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86" r:id="rId2"/>
    <p:sldId id="296" r:id="rId3"/>
    <p:sldId id="257" r:id="rId4"/>
    <p:sldId id="258" r:id="rId5"/>
    <p:sldId id="259" r:id="rId6"/>
    <p:sldId id="297" r:id="rId7"/>
    <p:sldId id="261" r:id="rId8"/>
    <p:sldId id="262" r:id="rId9"/>
    <p:sldId id="285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4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A0"/>
    <a:srgbClr val="00219D"/>
    <a:srgbClr val="3271F5"/>
    <a:srgbClr val="F9ECCB"/>
    <a:srgbClr val="0F184B"/>
    <a:srgbClr val="C51F19"/>
    <a:srgbClr val="0034A7"/>
    <a:srgbClr val="FFFFFF"/>
    <a:srgbClr val="0301E0"/>
    <a:srgbClr val="BBB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0" autoAdjust="0"/>
    <p:restoredTop sz="91678"/>
  </p:normalViewPr>
  <p:slideViewPr>
    <p:cSldViewPr snapToGrid="0" snapToObjects="1">
      <p:cViewPr varScale="1">
        <p:scale>
          <a:sx n="110" d="100"/>
          <a:sy n="110" d="100"/>
        </p:scale>
        <p:origin x="736" y="184"/>
      </p:cViewPr>
      <p:guideLst>
        <p:guide pos="3840"/>
        <p:guide orient="horz" pos="245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03" d="100"/>
          <a:sy n="103" d="100"/>
        </p:scale>
        <p:origin x="532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2" name="Shape 13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等线" panose="02010600030101010101" charset="-122"/>
      </a:defRPr>
    </a:lvl1pPr>
    <a:lvl2pPr indent="228600" latinLnBrk="0">
      <a:defRPr sz="1200">
        <a:latin typeface="+mn-lt"/>
        <a:ea typeface="+mn-ea"/>
        <a:cs typeface="+mn-cs"/>
        <a:sym typeface="等线" panose="02010600030101010101" charset="-122"/>
      </a:defRPr>
    </a:lvl2pPr>
    <a:lvl3pPr indent="457200" latinLnBrk="0">
      <a:defRPr sz="1200">
        <a:latin typeface="+mn-lt"/>
        <a:ea typeface="+mn-ea"/>
        <a:cs typeface="+mn-cs"/>
        <a:sym typeface="等线" panose="02010600030101010101" charset="-122"/>
      </a:defRPr>
    </a:lvl3pPr>
    <a:lvl4pPr indent="685800" latinLnBrk="0">
      <a:defRPr sz="1200">
        <a:latin typeface="+mn-lt"/>
        <a:ea typeface="+mn-ea"/>
        <a:cs typeface="+mn-cs"/>
        <a:sym typeface="等线" panose="02010600030101010101" charset="-122"/>
      </a:defRPr>
    </a:lvl4pPr>
    <a:lvl5pPr indent="914400" latinLnBrk="0">
      <a:defRPr sz="1200">
        <a:latin typeface="+mn-lt"/>
        <a:ea typeface="+mn-ea"/>
        <a:cs typeface="+mn-cs"/>
        <a:sym typeface="等线" panose="02010600030101010101" charset="-122"/>
      </a:defRPr>
    </a:lvl5pPr>
    <a:lvl6pPr indent="1143000" latinLnBrk="0">
      <a:defRPr sz="1200">
        <a:latin typeface="+mn-lt"/>
        <a:ea typeface="+mn-ea"/>
        <a:cs typeface="+mn-cs"/>
        <a:sym typeface="等线" panose="02010600030101010101" charset="-122"/>
      </a:defRPr>
    </a:lvl6pPr>
    <a:lvl7pPr indent="1371600" latinLnBrk="0">
      <a:defRPr sz="1200">
        <a:latin typeface="+mn-lt"/>
        <a:ea typeface="+mn-ea"/>
        <a:cs typeface="+mn-cs"/>
        <a:sym typeface="等线" panose="02010600030101010101" charset="-122"/>
      </a:defRPr>
    </a:lvl7pPr>
    <a:lvl8pPr indent="1600200" latinLnBrk="0">
      <a:defRPr sz="1200">
        <a:latin typeface="+mn-lt"/>
        <a:ea typeface="+mn-ea"/>
        <a:cs typeface="+mn-cs"/>
        <a:sym typeface="等线" panose="02010600030101010101" charset="-122"/>
      </a:defRPr>
    </a:lvl8pPr>
    <a:lvl9pPr indent="1828800" latinLnBrk="0">
      <a:defRPr sz="1200">
        <a:latin typeface="+mn-lt"/>
        <a:ea typeface="+mn-ea"/>
        <a:cs typeface="+mn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而，随着组织发展进入新阶段，新的挑战也随之而来。我们发现，尽管讲师数量庞大，但组织依然感觉“缺内容”。数据显示，讲师活跃度不足，成长梯队不明显，贡献高度集中。更关键的是，我们的评价体系关注的是授课次数和满意度，却忽略了对业务真正有价值的创新贡献。这说明，我们虽然解决了“有没有讲师”的问题，但还没有解决“有没有持续创造内容的人”这一更核心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随着组织需求的变化，讲师的价值也必须升级。过去，讲师的核心价值是“经验传播”，是课程的使用者和传播者。而未来，讲师的核心价值将是“内容创造”，他们需要从业务实践中提炼经验，创造出对组织有价值的内容。评价讲师的标准，也将从“讲了多少”转变为“创造了多少有价值的内容”。简单来说，未来的优秀讲师，是内容的生产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我们设计的未来讲师体系：能力序列与贡献星级相结合。能力序列回答“你是谁”的问题，我们设立了两大序列：T序列，代表经验传播者，核心是“会讲”；M序列，代表内容生产者，核心是“会做”。而星级体系则回答“你贡献了多少”的问题，无论是T序列还是M序列，星级的提升都代表着其在该领域贡献价值的提升。请记住这句话：序列定义能力方向，星级定义价值贡献。这让整个体系变得清晰而强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如何开启这一变革？2026年，我们的重点工作将是共创第一批M序列讲师。我们将从管理讲师，转向建设组织的内容生产力。今年，我们不会把重点放在星级升降或授课量排名上，而是聚焦于寻找和培养第一批M序列讲师标杆。更重要的是，这不是总部的独角戏。今年Q3，我们将启动共创共建，与在座的各位管理伙伴一起，共同定义M序列的标准和成长路径。总结来说，过去十年，我们建设了讲师队伍；未来三年，我们要建设内容生产队伍。这次升级，本质上是组织内容生产力的升级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视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文本&#10;&#10;描述已自动生成">
            <a:extLst>
              <a:ext uri="{FF2B5EF4-FFF2-40B4-BE49-F238E27FC236}">
                <a16:creationId xmlns:a16="http://schemas.microsoft.com/office/drawing/2014/main" id="{6422A1C2-D808-ABD0-FA56-7E76A8B9E4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pic>
        <p:nvPicPr>
          <p:cNvPr id="11" name="图片 10" descr="手机屏幕的截图&#10;&#10;中度可信度描述已自动生成">
            <a:extLst>
              <a:ext uri="{FF2B5EF4-FFF2-40B4-BE49-F238E27FC236}">
                <a16:creationId xmlns:a16="http://schemas.microsoft.com/office/drawing/2014/main" id="{16DB8456-693C-5265-1A5A-21E878B2BA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20" y="513449"/>
            <a:ext cx="1252748" cy="332712"/>
          </a:xfrm>
          <a:prstGeom prst="rect">
            <a:avLst/>
          </a:prstGeom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06FD52-3537-600A-5D91-E5F61C13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pic>
        <p:nvPicPr>
          <p:cNvPr id="4" name="图片 3" descr="蓝色的天空&#10;&#10;中度可信度描述已自动生成">
            <a:extLst>
              <a:ext uri="{FF2B5EF4-FFF2-40B4-BE49-F238E27FC236}">
                <a16:creationId xmlns:a16="http://schemas.microsoft.com/office/drawing/2014/main" id="{8A837DD5-09BF-4D69-0831-07DDAAEAC1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779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蓝色的天空&#10;&#10;中度可信度描述已自动生成">
            <a:extLst>
              <a:ext uri="{FF2B5EF4-FFF2-40B4-BE49-F238E27FC236}">
                <a16:creationId xmlns:a16="http://schemas.microsoft.com/office/drawing/2014/main" id="{16176B3C-C453-E13C-FB52-FCB8EC148D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33" r="20034"/>
          <a:stretch/>
        </p:blipFill>
        <p:spPr>
          <a:xfrm>
            <a:off x="5464522" y="0"/>
            <a:ext cx="6727478" cy="6858000"/>
          </a:xfrm>
          <a:prstGeom prst="rect">
            <a:avLst/>
          </a:prstGeom>
        </p:spPr>
      </p:pic>
      <p:sp>
        <p:nvSpPr>
          <p:cNvPr id="4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700088" y="1764256"/>
            <a:ext cx="3503922" cy="25440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rgbClr val="00229C"/>
              </a:buClr>
              <a:buNone/>
              <a:defRPr sz="1400">
                <a:solidFill>
                  <a:srgbClr val="0F184B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  <a:lvl2pPr marL="857250" indent="-400050">
              <a:buClr>
                <a:srgbClr val="00229C"/>
              </a:buClr>
              <a:defRPr>
                <a:latin typeface="Lantinghei SC Extralight"/>
                <a:ea typeface="Lantinghei SC Extralight"/>
                <a:cs typeface="Lantinghei SC Extralight"/>
                <a:sym typeface="Lantinghei SC Extralight"/>
              </a:defRPr>
            </a:lvl2pPr>
            <a:lvl3pPr marL="1394460" indent="-480060">
              <a:buClr>
                <a:srgbClr val="00229C"/>
              </a:buClr>
              <a:defRPr>
                <a:latin typeface="Lantinghei SC Extralight"/>
                <a:ea typeface="Lantinghei SC Extralight"/>
                <a:cs typeface="Lantinghei SC Extralight"/>
                <a:sym typeface="Lantinghei SC Extralight"/>
              </a:defRPr>
            </a:lvl3pPr>
            <a:lvl4pPr marL="1816100" indent="-444500">
              <a:buClr>
                <a:srgbClr val="00229C"/>
              </a:buClr>
              <a:defRPr>
                <a:latin typeface="Lantinghei SC Extralight"/>
                <a:ea typeface="Lantinghei SC Extralight"/>
                <a:cs typeface="Lantinghei SC Extralight"/>
                <a:sym typeface="Lantinghei SC Extralight"/>
              </a:defRPr>
            </a:lvl4pPr>
            <a:lvl5pPr marL="2273300" indent="-444500">
              <a:buClr>
                <a:srgbClr val="00229C"/>
              </a:buClr>
              <a:defRPr>
                <a:latin typeface="Lantinghei SC Extralight"/>
                <a:ea typeface="Lantinghei SC Extralight"/>
                <a:cs typeface="Lantinghei SC Extralight"/>
                <a:sym typeface="Lantinghei SC Extralight"/>
              </a:defRPr>
            </a:lvl5pPr>
          </a:lstStyle>
          <a:p>
            <a:endParaRPr dirty="0"/>
          </a:p>
        </p:txBody>
      </p:sp>
      <p:sp>
        <p:nvSpPr>
          <p:cNvPr id="5" name="矩形 4"/>
          <p:cNvSpPr/>
          <p:nvPr userDrawn="1"/>
        </p:nvSpPr>
        <p:spPr>
          <a:xfrm>
            <a:off x="4744185" y="684256"/>
            <a:ext cx="3600336" cy="1080000"/>
          </a:xfrm>
          <a:prstGeom prst="rect">
            <a:avLst/>
          </a:prstGeom>
          <a:solidFill>
            <a:srgbClr val="0033A0"/>
          </a:solidFill>
          <a:ln w="12700" cap="flat">
            <a:noFill/>
            <a:prstDash val="solid"/>
            <a:miter lim="800000"/>
          </a:ln>
          <a:effectLst>
            <a:outerShdw blurRad="254000" dist="508000" dir="2700000" algn="tl" rotWithShape="0">
              <a:schemeClr val="accent4">
                <a:lumMod val="75000"/>
                <a:alpha val="4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744185" y="776960"/>
            <a:ext cx="3600336" cy="894591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20000"/>
              </a:lnSpc>
              <a:defRPr sz="2800" b="1" spc="3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endParaRPr kumimoji="1" lang="zh-CN" altLang="en-US" dirty="0"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文本"/>
          <p:cNvSpPr txBox="1">
            <a:spLocks noGrp="1"/>
          </p:cNvSpPr>
          <p:nvPr>
            <p:ph type="title"/>
          </p:nvPr>
        </p:nvSpPr>
        <p:spPr>
          <a:xfrm>
            <a:off x="825501" y="36000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11" name="矩形 10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文本"/>
          <p:cNvSpPr txBox="1">
            <a:spLocks noGrp="1"/>
          </p:cNvSpPr>
          <p:nvPr>
            <p:ph type="title"/>
          </p:nvPr>
        </p:nvSpPr>
        <p:spPr>
          <a:xfrm>
            <a:off x="825501" y="36000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11" name="矩形 10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825500" y="774325"/>
            <a:ext cx="10529888" cy="3642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提问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文本"/>
          <p:cNvSpPr txBox="1">
            <a:spLocks noGrp="1"/>
          </p:cNvSpPr>
          <p:nvPr>
            <p:ph type="title"/>
          </p:nvPr>
        </p:nvSpPr>
        <p:spPr>
          <a:xfrm>
            <a:off x="825501" y="36000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11" name="矩形 10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825500" y="774325"/>
            <a:ext cx="10529888" cy="3642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grpSp>
        <p:nvGrpSpPr>
          <p:cNvPr id="7" name="组合 5"/>
          <p:cNvGrpSpPr/>
          <p:nvPr userDrawn="1"/>
        </p:nvGrpSpPr>
        <p:grpSpPr>
          <a:xfrm>
            <a:off x="1363663" y="1755754"/>
            <a:ext cx="9364180" cy="3721914"/>
            <a:chOff x="1413955" y="2114217"/>
            <a:chExt cx="9364090" cy="3721664"/>
          </a:xfrm>
        </p:grpSpPr>
        <p:grpSp>
          <p:nvGrpSpPr>
            <p:cNvPr id="8" name="组合 6"/>
            <p:cNvGrpSpPr/>
            <p:nvPr/>
          </p:nvGrpSpPr>
          <p:grpSpPr>
            <a:xfrm>
              <a:off x="1815904" y="2850891"/>
              <a:ext cx="8686086" cy="2984990"/>
              <a:chOff x="1118642" y="2256796"/>
              <a:chExt cx="3926322" cy="3597769"/>
            </a:xfrm>
          </p:grpSpPr>
          <p:sp>
            <p:nvSpPr>
              <p:cNvPr id="14" name="矩形: 圆角 12"/>
              <p:cNvSpPr/>
              <p:nvPr/>
            </p:nvSpPr>
            <p:spPr>
              <a:xfrm>
                <a:off x="1302266" y="2737517"/>
                <a:ext cx="3559073" cy="3117048"/>
              </a:xfrm>
              <a:prstGeom prst="roundRect">
                <a:avLst>
                  <a:gd name="adj" fmla="val 0"/>
                </a:avLst>
              </a:prstGeom>
              <a:solidFill>
                <a:srgbClr val="00219D">
                  <a:alpha val="5000"/>
                </a:srgbClr>
              </a:solidFill>
              <a:ln>
                <a:noFill/>
              </a:ln>
              <a:effectLst>
                <a:outerShdw blurRad="3175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76000" tIns="0" rIns="576000" bIns="396000" numCol="1" spcCol="0" rtlCol="0" fromWordArt="0" anchor="ctr" anchorCtr="0" forceAA="0" compatLnSpc="1">
                <a:noAutofit/>
              </a:bodyPr>
              <a:lstStyle/>
              <a:p>
                <a:pPr indent="457200" fontAlgn="auto">
                  <a:lnSpc>
                    <a:spcPct val="120000"/>
                  </a:lnSpc>
                </a:pPr>
                <a:endParaRPr lang="zh-CN" altLang="en-US" sz="2000" strike="noStrike" noProof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矩形: 圆角 14"/>
              <p:cNvSpPr/>
              <p:nvPr/>
            </p:nvSpPr>
            <p:spPr>
              <a:xfrm>
                <a:off x="1118642" y="2256796"/>
                <a:ext cx="3926322" cy="3353899"/>
              </a:xfrm>
              <a:prstGeom prst="roundRect">
                <a:avLst>
                  <a:gd name="adj" fmla="val 0"/>
                </a:avLst>
              </a:prstGeom>
              <a:solidFill>
                <a:srgbClr val="00219D">
                  <a:alpha val="10000"/>
                </a:srgbClr>
              </a:solidFill>
              <a:ln>
                <a:noFill/>
              </a:ln>
              <a:effectLst>
                <a:outerShdw blurRad="3175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76000" tIns="0" rIns="576000" bIns="396000" numCol="1" spcCol="0" rtlCol="0" fromWordArt="0" anchor="ctr" anchorCtr="0" forceAA="0" compatLnSpc="1">
                <a:noAutofit/>
              </a:bodyPr>
              <a:lstStyle/>
              <a:p>
                <a:pPr indent="457200" fontAlgn="auto">
                  <a:lnSpc>
                    <a:spcPct val="120000"/>
                  </a:lnSpc>
                </a:pPr>
                <a:endParaRPr lang="zh-CN" altLang="en-US" sz="2000" strike="noStrike" noProof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7"/>
            <p:cNvGrpSpPr/>
            <p:nvPr/>
          </p:nvGrpSpPr>
          <p:grpSpPr>
            <a:xfrm>
              <a:off x="1413955" y="2114217"/>
              <a:ext cx="9364090" cy="3227046"/>
              <a:chOff x="554183" y="1830016"/>
              <a:chExt cx="11083634" cy="3819635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554183" y="2375452"/>
                <a:ext cx="11083634" cy="327419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219D"/>
                </a:solidFill>
              </a:ln>
              <a:effectLst>
                <a:outerShdw blurRad="254000" dist="38100" dir="5400000" algn="t" rotWithShape="0">
                  <a:srgbClr val="00219D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4" tIns="45707" rIns="91414" bIns="45707" anchor="ctr"/>
              <a:lstStyle/>
              <a:p>
                <a:pPr algn="ctr" fontAlgn="auto">
                  <a:defRPr/>
                </a:pPr>
                <a:endParaRPr lang="zh-CN" altLang="en-US" sz="1600" strike="noStrike" noProof="1">
                  <a:cs typeface="+mn-ea"/>
                  <a:sym typeface="+mn-lt"/>
                </a:endParaRPr>
              </a:p>
            </p:txBody>
          </p:sp>
          <p:pic>
            <p:nvPicPr>
              <p:cNvPr id="13" name="图片 11"/>
              <p:cNvPicPr>
                <a:picLocks noChangeAspect="1"/>
              </p:cNvPicPr>
              <p:nvPr/>
            </p:nvPicPr>
            <p:blipFill>
              <a:blip r:embed="rId2"/>
              <a:srcRect l="50000" t="24188" r="28918" b="57401"/>
              <a:stretch>
                <a:fillRect/>
              </a:stretch>
            </p:blipFill>
            <p:spPr>
              <a:xfrm>
                <a:off x="798442" y="1830016"/>
                <a:ext cx="1139688" cy="94835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2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363662" y="3417700"/>
            <a:ext cx="9364181" cy="3642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关键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文本"/>
          <p:cNvSpPr txBox="1">
            <a:spLocks noGrp="1"/>
          </p:cNvSpPr>
          <p:nvPr>
            <p:ph type="title"/>
          </p:nvPr>
        </p:nvSpPr>
        <p:spPr>
          <a:xfrm>
            <a:off x="825501" y="36000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11" name="矩形 10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825500" y="774325"/>
            <a:ext cx="10529888" cy="3642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6" name="矩形 1"/>
          <p:cNvSpPr/>
          <p:nvPr userDrawn="1"/>
        </p:nvSpPr>
        <p:spPr>
          <a:xfrm>
            <a:off x="-5" y="2897961"/>
            <a:ext cx="12192000" cy="1132495"/>
          </a:xfrm>
          <a:custGeom>
            <a:avLst/>
            <a:gdLst>
              <a:gd name="connsiteX0" fmla="*/ 0 w 12192000"/>
              <a:gd name="connsiteY0" fmla="*/ 0 h 1132495"/>
              <a:gd name="connsiteX1" fmla="*/ 12192000 w 12192000"/>
              <a:gd name="connsiteY1" fmla="*/ 0 h 1132495"/>
              <a:gd name="connsiteX2" fmla="*/ 12192000 w 12192000"/>
              <a:gd name="connsiteY2" fmla="*/ 1132495 h 1132495"/>
              <a:gd name="connsiteX3" fmla="*/ 0 w 12192000"/>
              <a:gd name="connsiteY3" fmla="*/ 1132495 h 1132495"/>
              <a:gd name="connsiteX4" fmla="*/ 0 w 12192000"/>
              <a:gd name="connsiteY4" fmla="*/ 0 h 1132495"/>
              <a:gd name="connsiteX0-1" fmla="*/ 0 w 12192000"/>
              <a:gd name="connsiteY0-2" fmla="*/ 0 h 1132495"/>
              <a:gd name="connsiteX1-3" fmla="*/ 12192000 w 12192000"/>
              <a:gd name="connsiteY1-4" fmla="*/ 0 h 1132495"/>
              <a:gd name="connsiteX2-5" fmla="*/ 12192000 w 12192000"/>
              <a:gd name="connsiteY2-6" fmla="*/ 1132495 h 1132495"/>
              <a:gd name="connsiteX3-7" fmla="*/ 0 w 12192000"/>
              <a:gd name="connsiteY3-8" fmla="*/ 1132495 h 1132495"/>
              <a:gd name="connsiteX4-9" fmla="*/ 0 w 12192000"/>
              <a:gd name="connsiteY4-10" fmla="*/ 0 h 1132495"/>
              <a:gd name="connsiteX0-11" fmla="*/ 0 w 12192000"/>
              <a:gd name="connsiteY0-12" fmla="*/ 0 h 1132495"/>
              <a:gd name="connsiteX1-13" fmla="*/ 12192000 w 12192000"/>
              <a:gd name="connsiteY1-14" fmla="*/ 0 h 1132495"/>
              <a:gd name="connsiteX2-15" fmla="*/ 12192000 w 12192000"/>
              <a:gd name="connsiteY2-16" fmla="*/ 1132495 h 1132495"/>
              <a:gd name="connsiteX3-17" fmla="*/ 0 w 12192000"/>
              <a:gd name="connsiteY3-18" fmla="*/ 1132495 h 1132495"/>
              <a:gd name="connsiteX4-19" fmla="*/ 0 w 12192000"/>
              <a:gd name="connsiteY4-20" fmla="*/ 0 h 1132495"/>
              <a:gd name="connsiteX0-21" fmla="*/ 0 w 12192000"/>
              <a:gd name="connsiteY0-22" fmla="*/ 0 h 1132495"/>
              <a:gd name="connsiteX1-23" fmla="*/ 12192000 w 12192000"/>
              <a:gd name="connsiteY1-24" fmla="*/ 0 h 1132495"/>
              <a:gd name="connsiteX2-25" fmla="*/ 12192000 w 12192000"/>
              <a:gd name="connsiteY2-26" fmla="*/ 1132495 h 1132495"/>
              <a:gd name="connsiteX3-27" fmla="*/ 0 w 12192000"/>
              <a:gd name="connsiteY3-28" fmla="*/ 1132495 h 1132495"/>
              <a:gd name="connsiteX4-29" fmla="*/ 0 w 12192000"/>
              <a:gd name="connsiteY4-30" fmla="*/ 0 h 1132495"/>
              <a:gd name="connsiteX0-31" fmla="*/ 0 w 12192000"/>
              <a:gd name="connsiteY0-32" fmla="*/ 0 h 1132495"/>
              <a:gd name="connsiteX1-33" fmla="*/ 12192000 w 12192000"/>
              <a:gd name="connsiteY1-34" fmla="*/ 0 h 1132495"/>
              <a:gd name="connsiteX2-35" fmla="*/ 12192000 w 12192000"/>
              <a:gd name="connsiteY2-36" fmla="*/ 1132495 h 1132495"/>
              <a:gd name="connsiteX3-37" fmla="*/ 0 w 12192000"/>
              <a:gd name="connsiteY3-38" fmla="*/ 1132495 h 1132495"/>
              <a:gd name="connsiteX4-39" fmla="*/ 0 w 12192000"/>
              <a:gd name="connsiteY4-40" fmla="*/ 0 h 1132495"/>
              <a:gd name="connsiteX0-41" fmla="*/ 0 w 12192000"/>
              <a:gd name="connsiteY0-42" fmla="*/ 0 h 1132495"/>
              <a:gd name="connsiteX1-43" fmla="*/ 12192000 w 12192000"/>
              <a:gd name="connsiteY1-44" fmla="*/ 0 h 1132495"/>
              <a:gd name="connsiteX2-45" fmla="*/ 12192000 w 12192000"/>
              <a:gd name="connsiteY2-46" fmla="*/ 1132495 h 1132495"/>
              <a:gd name="connsiteX3-47" fmla="*/ 0 w 12192000"/>
              <a:gd name="connsiteY3-48" fmla="*/ 1132495 h 1132495"/>
              <a:gd name="connsiteX4-49" fmla="*/ 0 w 12192000"/>
              <a:gd name="connsiteY4-50" fmla="*/ 0 h 1132495"/>
              <a:gd name="connsiteX0-51" fmla="*/ 0 w 12192000"/>
              <a:gd name="connsiteY0-52" fmla="*/ 0 h 1132495"/>
              <a:gd name="connsiteX1-53" fmla="*/ 12192000 w 12192000"/>
              <a:gd name="connsiteY1-54" fmla="*/ 0 h 1132495"/>
              <a:gd name="connsiteX2-55" fmla="*/ 12192000 w 12192000"/>
              <a:gd name="connsiteY2-56" fmla="*/ 1132495 h 1132495"/>
              <a:gd name="connsiteX3-57" fmla="*/ 0 w 12192000"/>
              <a:gd name="connsiteY3-58" fmla="*/ 1132495 h 1132495"/>
              <a:gd name="connsiteX4-59" fmla="*/ 0 w 12192000"/>
              <a:gd name="connsiteY4-60" fmla="*/ 0 h 1132495"/>
              <a:gd name="connsiteX0-61" fmla="*/ 0 w 12192000"/>
              <a:gd name="connsiteY0-62" fmla="*/ 0 h 1132495"/>
              <a:gd name="connsiteX1-63" fmla="*/ 12192000 w 12192000"/>
              <a:gd name="connsiteY1-64" fmla="*/ 0 h 1132495"/>
              <a:gd name="connsiteX2-65" fmla="*/ 12192000 w 12192000"/>
              <a:gd name="connsiteY2-66" fmla="*/ 1132495 h 1132495"/>
              <a:gd name="connsiteX3-67" fmla="*/ 0 w 12192000"/>
              <a:gd name="connsiteY3-68" fmla="*/ 1132495 h 1132495"/>
              <a:gd name="connsiteX4-69" fmla="*/ 0 w 12192000"/>
              <a:gd name="connsiteY4-70" fmla="*/ 0 h 1132495"/>
              <a:gd name="connsiteX0-71" fmla="*/ 0 w 12192000"/>
              <a:gd name="connsiteY0-72" fmla="*/ 0 h 1132495"/>
              <a:gd name="connsiteX1-73" fmla="*/ 12192000 w 12192000"/>
              <a:gd name="connsiteY1-74" fmla="*/ 0 h 1132495"/>
              <a:gd name="connsiteX2-75" fmla="*/ 12192000 w 12192000"/>
              <a:gd name="connsiteY2-76" fmla="*/ 1132495 h 1132495"/>
              <a:gd name="connsiteX3-77" fmla="*/ 0 w 12192000"/>
              <a:gd name="connsiteY3-78" fmla="*/ 1132495 h 1132495"/>
              <a:gd name="connsiteX4-79" fmla="*/ 0 w 12192000"/>
              <a:gd name="connsiteY4-80" fmla="*/ 0 h 11324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132495">
                <a:moveTo>
                  <a:pt x="0" y="0"/>
                </a:moveTo>
                <a:cubicBezTo>
                  <a:pt x="4064000" y="304800"/>
                  <a:pt x="7747000" y="314325"/>
                  <a:pt x="12192000" y="0"/>
                </a:cubicBezTo>
                <a:lnTo>
                  <a:pt x="12192000" y="1132495"/>
                </a:lnTo>
                <a:cubicBezTo>
                  <a:pt x="7985125" y="913420"/>
                  <a:pt x="4140200" y="799120"/>
                  <a:pt x="0" y="1132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3271F5"/>
          </a:solidFill>
          <a:ln w="12700" cap="flat">
            <a:noFill/>
            <a:prstDash val="solid"/>
            <a:miter lim="800000"/>
          </a:ln>
          <a:effectLst>
            <a:outerShdw blurRad="254000" dist="38100" dir="16200000" rotWithShape="0">
              <a:schemeClr val="bg1">
                <a:lumMod val="50000"/>
                <a:alpha val="2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7" name="组合 9"/>
          <p:cNvGrpSpPr/>
          <p:nvPr userDrawn="1"/>
        </p:nvGrpSpPr>
        <p:grpSpPr>
          <a:xfrm>
            <a:off x="1209675" y="2005013"/>
            <a:ext cx="9772650" cy="3354387"/>
            <a:chOff x="2004507" y="2723949"/>
            <a:chExt cx="8548388" cy="3354413"/>
          </a:xfrm>
        </p:grpSpPr>
        <p:sp>
          <p:nvSpPr>
            <p:cNvPr id="18" name="矩形: 圆角 18"/>
            <p:cNvSpPr/>
            <p:nvPr/>
          </p:nvSpPr>
          <p:spPr>
            <a:xfrm>
              <a:off x="2662999" y="3280562"/>
              <a:ext cx="7231404" cy="2797800"/>
            </a:xfrm>
            <a:prstGeom prst="roundRect">
              <a:avLst>
                <a:gd name="adj" fmla="val 2511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F8F8F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76000" tIns="0" rIns="576000" bIns="396000" numCol="1" spcCol="0" rtlCol="0" fromWordArt="0" anchor="ctr" anchorCtr="0" forceAA="0" compatLnSpc="1">
              <a:noAutofit/>
            </a:bodyPr>
            <a:lstStyle/>
            <a:p>
              <a:pPr indent="457200" fontAlgn="auto">
                <a:lnSpc>
                  <a:spcPct val="120000"/>
                </a:lnSpc>
              </a:pPr>
              <a:endParaRPr lang="zh-CN" altLang="en-US" sz="2000" strike="noStrike" noProof="1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9" name="矩形: 圆角 19"/>
            <p:cNvSpPr/>
            <p:nvPr/>
          </p:nvSpPr>
          <p:spPr>
            <a:xfrm>
              <a:off x="2289907" y="2849076"/>
              <a:ext cx="7977588" cy="3010393"/>
            </a:xfrm>
            <a:prstGeom prst="roundRect">
              <a:avLst>
                <a:gd name="adj" fmla="val 2511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76000" tIns="0" rIns="576000" bIns="396000" numCol="1" spcCol="0" rtlCol="0" fromWordArt="0" anchor="ctr" anchorCtr="0" forceAA="0" compatLnSpc="1">
              <a:noAutofit/>
            </a:bodyPr>
            <a:lstStyle/>
            <a:p>
              <a:pPr indent="457200" fontAlgn="auto">
                <a:lnSpc>
                  <a:spcPct val="120000"/>
                </a:lnSpc>
              </a:pPr>
              <a:endParaRPr lang="zh-CN" altLang="en-US" sz="2000" strike="noStrike" noProof="1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0" name="矩形: 圆角 20"/>
            <p:cNvSpPr/>
            <p:nvPr/>
          </p:nvSpPr>
          <p:spPr>
            <a:xfrm>
              <a:off x="2004507" y="2723949"/>
              <a:ext cx="8548388" cy="2856204"/>
            </a:xfrm>
            <a:prstGeom prst="roundRect">
              <a:avLst>
                <a:gd name="adj" fmla="val 2559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0" tIns="540000" rIns="540000" bIns="72000" numCol="1" spcCol="0" rtlCol="0" fromWordArt="0" anchor="ctr" anchorCtr="0" forceAA="0" compatLnSpc="1">
              <a:normAutofit/>
            </a:bodyPr>
            <a:lstStyle/>
            <a:p>
              <a:pPr algn="just" fontAlgn="auto">
                <a:lnSpc>
                  <a:spcPct val="120000"/>
                </a:lnSpc>
              </a:pPr>
              <a:endParaRPr lang="zh-CN" altLang="en-US" sz="2000" strike="noStrike" noProof="1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1" name="矩形 3"/>
          <p:cNvSpPr/>
          <p:nvPr userDrawn="1"/>
        </p:nvSpPr>
        <p:spPr>
          <a:xfrm>
            <a:off x="5035550" y="3421063"/>
            <a:ext cx="4473575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提供机会让他们在服务客户中有自主的选择权</a:t>
            </a:r>
            <a:endParaRPr lang="en-US" altLang="ko-KR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363662" y="3246891"/>
            <a:ext cx="9364181" cy="3642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 i="0">
                <a:solidFill>
                  <a:srgbClr val="3271F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5" name="椭圆 24"/>
          <p:cNvSpPr>
            <a:spLocks noChangeAspect="1"/>
          </p:cNvSpPr>
          <p:nvPr userDrawn="1"/>
        </p:nvSpPr>
        <p:spPr>
          <a:xfrm>
            <a:off x="5685752" y="1640114"/>
            <a:ext cx="720000" cy="720000"/>
          </a:xfrm>
          <a:prstGeom prst="ellipse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>
            <a:glow rad="190500">
              <a:srgbClr val="3271F5">
                <a:alpha val="15000"/>
              </a:srgb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pic>
        <p:nvPicPr>
          <p:cNvPr id="4" name="图片 3" descr="图片包含 游戏机, 画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752" y="1791816"/>
            <a:ext cx="432000" cy="432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模板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7106826" y="0"/>
            <a:ext cx="4320000" cy="6876000"/>
          </a:xfrm>
          <a:prstGeom prst="rect">
            <a:avLst/>
          </a:prstGeom>
          <a:solidFill>
            <a:srgbClr val="00219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103" name="标题文本"/>
          <p:cNvSpPr txBox="1">
            <a:spLocks noGrp="1"/>
          </p:cNvSpPr>
          <p:nvPr>
            <p:ph type="title"/>
          </p:nvPr>
        </p:nvSpPr>
        <p:spPr>
          <a:xfrm>
            <a:off x="765174" y="922200"/>
            <a:ext cx="3932239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9" name="矩形 8"/>
          <p:cNvSpPr/>
          <p:nvPr userDrawn="1"/>
        </p:nvSpPr>
        <p:spPr>
          <a:xfrm>
            <a:off x="870983" y="810000"/>
            <a:ext cx="432000" cy="36000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6096000" y="810000"/>
            <a:ext cx="4320000" cy="531387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65175" y="2997200"/>
            <a:ext cx="4556125" cy="31273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65175" y="1660525"/>
            <a:ext cx="3932238" cy="3642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模板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文本"/>
          <p:cNvSpPr txBox="1">
            <a:spLocks noGrp="1"/>
          </p:cNvSpPr>
          <p:nvPr>
            <p:ph type="title"/>
          </p:nvPr>
        </p:nvSpPr>
        <p:spPr>
          <a:xfrm>
            <a:off x="825501" y="36000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11" name="矩形 10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374445" y="2205000"/>
            <a:ext cx="4464000" cy="2448000"/>
          </a:xfrm>
          <a:prstGeom prst="rect">
            <a:avLst/>
          </a:prstGeom>
          <a:solidFill>
            <a:srgbClr val="00219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2" name="文本占位符 4"/>
          <p:cNvSpPr>
            <a:spLocks noGrp="1"/>
          </p:cNvSpPr>
          <p:nvPr userDrawn="1">
            <p:ph type="body" sz="quarter" idx="14"/>
          </p:nvPr>
        </p:nvSpPr>
        <p:spPr>
          <a:xfrm>
            <a:off x="2443024" y="2362573"/>
            <a:ext cx="3251421" cy="38929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 userDrawn="1">
            <p:ph type="body" sz="quarter" idx="15"/>
          </p:nvPr>
        </p:nvSpPr>
        <p:spPr>
          <a:xfrm>
            <a:off x="2443024" y="2844603"/>
            <a:ext cx="3251421" cy="1619384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6"/>
          </p:nvPr>
        </p:nvSpPr>
        <p:spPr>
          <a:xfrm>
            <a:off x="836611" y="1957800"/>
            <a:ext cx="1440000" cy="216000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6905816" y="2205000"/>
            <a:ext cx="4464000" cy="2448000"/>
          </a:xfrm>
          <a:prstGeom prst="rect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7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7974395" y="2362573"/>
            <a:ext cx="3251421" cy="38929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8" name="文本占位符 4"/>
          <p:cNvSpPr>
            <a:spLocks noGrp="1"/>
          </p:cNvSpPr>
          <p:nvPr>
            <p:ph type="body" sz="quarter" idx="18"/>
          </p:nvPr>
        </p:nvSpPr>
        <p:spPr>
          <a:xfrm>
            <a:off x="7974395" y="2844603"/>
            <a:ext cx="3251421" cy="1619384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9" name="图片占位符 7"/>
          <p:cNvSpPr>
            <a:spLocks noGrp="1"/>
          </p:cNvSpPr>
          <p:nvPr>
            <p:ph type="pic" sz="quarter" idx="19"/>
          </p:nvPr>
        </p:nvSpPr>
        <p:spPr>
          <a:xfrm>
            <a:off x="6367982" y="1764603"/>
            <a:ext cx="1440000" cy="216000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0"/>
          </p:nvPr>
        </p:nvSpPr>
        <p:spPr>
          <a:xfrm>
            <a:off x="825500" y="774325"/>
            <a:ext cx="10544175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模板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标题文本"/>
          <p:cNvSpPr txBox="1">
            <a:spLocks noGrp="1"/>
          </p:cNvSpPr>
          <p:nvPr>
            <p:ph type="title"/>
          </p:nvPr>
        </p:nvSpPr>
        <p:spPr>
          <a:xfrm>
            <a:off x="765174" y="922200"/>
            <a:ext cx="3932239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9" name="矩形 8"/>
          <p:cNvSpPr/>
          <p:nvPr userDrawn="1"/>
        </p:nvSpPr>
        <p:spPr>
          <a:xfrm>
            <a:off x="870983" y="810000"/>
            <a:ext cx="432000" cy="36000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7152000" y="810000"/>
            <a:ext cx="5040000" cy="288000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877734" y="2404532"/>
            <a:ext cx="3115734" cy="440267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8" name="图片占位符 2"/>
          <p:cNvSpPr>
            <a:spLocks noGrp="1"/>
          </p:cNvSpPr>
          <p:nvPr>
            <p:ph type="pic" sz="quarter" idx="12"/>
          </p:nvPr>
        </p:nvSpPr>
        <p:spPr>
          <a:xfrm>
            <a:off x="849839" y="2538000"/>
            <a:ext cx="2880000" cy="432000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2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877734" y="2870199"/>
            <a:ext cx="3115734" cy="819801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3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3877733" y="4434688"/>
            <a:ext cx="7549093" cy="44026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4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3877733" y="4900355"/>
            <a:ext cx="7549093" cy="114764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765175" y="1660525"/>
            <a:ext cx="3932238" cy="363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模板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4"/>
          <p:cNvSpPr>
            <a:spLocks noGrp="1"/>
          </p:cNvSpPr>
          <p:nvPr>
            <p:ph type="pic" sz="quarter" idx="16"/>
          </p:nvPr>
        </p:nvSpPr>
        <p:spPr>
          <a:xfrm>
            <a:off x="4476000" y="2117907"/>
            <a:ext cx="3240000" cy="1800000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21" name="图片占位符 4"/>
          <p:cNvSpPr>
            <a:spLocks noGrp="1"/>
          </p:cNvSpPr>
          <p:nvPr>
            <p:ph type="pic" sz="quarter" idx="19"/>
          </p:nvPr>
        </p:nvSpPr>
        <p:spPr>
          <a:xfrm>
            <a:off x="8129502" y="2117907"/>
            <a:ext cx="3240000" cy="1800000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4" name="图片占位符 4"/>
          <p:cNvSpPr>
            <a:spLocks noGrp="1"/>
          </p:cNvSpPr>
          <p:nvPr>
            <p:ph type="pic" sz="quarter" idx="22"/>
          </p:nvPr>
        </p:nvSpPr>
        <p:spPr>
          <a:xfrm>
            <a:off x="825502" y="2117907"/>
            <a:ext cx="3240000" cy="1800000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2" name="标题文本"/>
          <p:cNvSpPr txBox="1">
            <a:spLocks noGrp="1"/>
          </p:cNvSpPr>
          <p:nvPr>
            <p:ph type="title"/>
          </p:nvPr>
        </p:nvSpPr>
        <p:spPr>
          <a:xfrm>
            <a:off x="825501" y="43800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13" name="矩形 12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4"/>
          </p:nvPr>
        </p:nvSpPr>
        <p:spPr>
          <a:xfrm>
            <a:off x="825500" y="79232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5"/>
          </p:nvPr>
        </p:nvSpPr>
        <p:spPr>
          <a:xfrm>
            <a:off x="822498" y="3928343"/>
            <a:ext cx="3240000" cy="360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6" name="文本占位符 4"/>
          <p:cNvSpPr>
            <a:spLocks noGrp="1"/>
          </p:cNvSpPr>
          <p:nvPr>
            <p:ph type="body" sz="quarter" idx="26"/>
          </p:nvPr>
        </p:nvSpPr>
        <p:spPr>
          <a:xfrm>
            <a:off x="4476000" y="3928343"/>
            <a:ext cx="3240000" cy="360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7" name="文本占位符 4"/>
          <p:cNvSpPr>
            <a:spLocks noGrp="1"/>
          </p:cNvSpPr>
          <p:nvPr>
            <p:ph type="body" sz="quarter" idx="27"/>
          </p:nvPr>
        </p:nvSpPr>
        <p:spPr>
          <a:xfrm>
            <a:off x="8122715" y="3928343"/>
            <a:ext cx="3240000" cy="360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25502" y="4299142"/>
            <a:ext cx="3236996" cy="176653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SzTx/>
              <a:buFontTx/>
              <a:buNone/>
              <a:defRPr sz="1400">
                <a:solidFill>
                  <a:srgbClr val="0F184B"/>
                </a:solidFill>
                <a:latin typeface="+mj-ea"/>
                <a:ea typeface="+mj-ea"/>
                <a:cs typeface="Lantinghei SC Demibold"/>
                <a:sym typeface="Lantinghei SC Demibold"/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5pPr>
          </a:lstStyle>
          <a:p>
            <a:endParaRPr dirty="0"/>
          </a:p>
        </p:txBody>
      </p:sp>
      <p:sp>
        <p:nvSpPr>
          <p:cNvPr id="24" name="正文级别 1…"/>
          <p:cNvSpPr txBox="1">
            <a:spLocks noGrp="1"/>
          </p:cNvSpPr>
          <p:nvPr>
            <p:ph type="body" sz="quarter" idx="28"/>
          </p:nvPr>
        </p:nvSpPr>
        <p:spPr>
          <a:xfrm>
            <a:off x="4472216" y="4299142"/>
            <a:ext cx="3236996" cy="176653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SzTx/>
              <a:buFontTx/>
              <a:buNone/>
              <a:defRPr sz="1400">
                <a:solidFill>
                  <a:srgbClr val="0F184B"/>
                </a:solidFill>
                <a:latin typeface="+mj-ea"/>
                <a:ea typeface="+mj-ea"/>
                <a:cs typeface="Lantinghei SC Demibold"/>
                <a:sym typeface="Lantinghei SC Demibold"/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5pPr>
          </a:lstStyle>
          <a:p>
            <a:endParaRPr dirty="0"/>
          </a:p>
        </p:txBody>
      </p:sp>
      <p:sp>
        <p:nvSpPr>
          <p:cNvPr id="25" name="正文级别 1…"/>
          <p:cNvSpPr txBox="1">
            <a:spLocks noGrp="1"/>
          </p:cNvSpPr>
          <p:nvPr>
            <p:ph type="body" sz="quarter" idx="29"/>
          </p:nvPr>
        </p:nvSpPr>
        <p:spPr>
          <a:xfrm>
            <a:off x="8129816" y="4299142"/>
            <a:ext cx="3236996" cy="176653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SzTx/>
              <a:buFontTx/>
              <a:buNone/>
              <a:defRPr sz="1400">
                <a:solidFill>
                  <a:srgbClr val="0F184B"/>
                </a:solidFill>
                <a:latin typeface="+mj-ea"/>
                <a:ea typeface="+mj-ea"/>
                <a:cs typeface="Lantinghei SC Demibold"/>
                <a:sym typeface="Lantinghei SC Demibold"/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5pPr>
          </a:lstStyle>
          <a:p>
            <a:endParaRPr dirty="0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模板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文本"/>
          <p:cNvSpPr txBox="1">
            <a:spLocks noGrp="1"/>
          </p:cNvSpPr>
          <p:nvPr>
            <p:ph type="title"/>
          </p:nvPr>
        </p:nvSpPr>
        <p:spPr>
          <a:xfrm>
            <a:off x="749301" y="2960012"/>
            <a:ext cx="3238499" cy="737644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11" name="矩形 10"/>
          <p:cNvSpPr/>
          <p:nvPr userDrawn="1"/>
        </p:nvSpPr>
        <p:spPr>
          <a:xfrm>
            <a:off x="825501" y="2847812"/>
            <a:ext cx="432000" cy="36000"/>
          </a:xfrm>
          <a:prstGeom prst="rect">
            <a:avLst/>
          </a:prstGeom>
          <a:solidFill>
            <a:srgbClr val="C51F19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18" name="图片占位符 4"/>
          <p:cNvSpPr>
            <a:spLocks noGrp="1"/>
          </p:cNvSpPr>
          <p:nvPr>
            <p:ph type="pic" sz="quarter" idx="16"/>
          </p:nvPr>
        </p:nvSpPr>
        <p:spPr>
          <a:xfrm>
            <a:off x="4474498" y="878256"/>
            <a:ext cx="3240000" cy="1800000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21" name="图片占位符 4"/>
          <p:cNvSpPr>
            <a:spLocks noGrp="1"/>
          </p:cNvSpPr>
          <p:nvPr>
            <p:ph type="pic" sz="quarter" idx="19"/>
          </p:nvPr>
        </p:nvSpPr>
        <p:spPr>
          <a:xfrm>
            <a:off x="8128000" y="878256"/>
            <a:ext cx="3240000" cy="1800000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4" name="图片占位符 4"/>
          <p:cNvSpPr>
            <a:spLocks noGrp="1"/>
          </p:cNvSpPr>
          <p:nvPr>
            <p:ph type="pic" sz="quarter" idx="22"/>
          </p:nvPr>
        </p:nvSpPr>
        <p:spPr>
          <a:xfrm>
            <a:off x="4474498" y="3697656"/>
            <a:ext cx="3240000" cy="1800000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6" name="图片占位符 4"/>
          <p:cNvSpPr>
            <a:spLocks noGrp="1"/>
          </p:cNvSpPr>
          <p:nvPr>
            <p:ph type="pic" sz="quarter" idx="24"/>
          </p:nvPr>
        </p:nvSpPr>
        <p:spPr>
          <a:xfrm>
            <a:off x="8128000" y="3697656"/>
            <a:ext cx="3240000" cy="1800000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2" name="文本占位符 4"/>
          <p:cNvSpPr>
            <a:spLocks noGrp="1"/>
          </p:cNvSpPr>
          <p:nvPr>
            <p:ph type="body" sz="quarter" idx="25"/>
          </p:nvPr>
        </p:nvSpPr>
        <p:spPr>
          <a:xfrm>
            <a:off x="4474498" y="2726780"/>
            <a:ext cx="3240000" cy="360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3" name="文本占位符 4"/>
          <p:cNvSpPr>
            <a:spLocks noGrp="1"/>
          </p:cNvSpPr>
          <p:nvPr>
            <p:ph type="body" sz="quarter" idx="26"/>
          </p:nvPr>
        </p:nvSpPr>
        <p:spPr>
          <a:xfrm>
            <a:off x="8132098" y="2726780"/>
            <a:ext cx="3240000" cy="360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9" name="文本占位符 4"/>
          <p:cNvSpPr>
            <a:spLocks noGrp="1"/>
          </p:cNvSpPr>
          <p:nvPr>
            <p:ph type="body" sz="quarter" idx="27"/>
          </p:nvPr>
        </p:nvSpPr>
        <p:spPr>
          <a:xfrm>
            <a:off x="4474498" y="5523030"/>
            <a:ext cx="3240000" cy="360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2" name="文本占位符 4"/>
          <p:cNvSpPr>
            <a:spLocks noGrp="1"/>
          </p:cNvSpPr>
          <p:nvPr>
            <p:ph type="body" sz="quarter" idx="28"/>
          </p:nvPr>
        </p:nvSpPr>
        <p:spPr>
          <a:xfrm>
            <a:off x="8132098" y="5523030"/>
            <a:ext cx="3240000" cy="360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3472" y="225267"/>
            <a:ext cx="679021" cy="17955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模板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648000" y="828000"/>
            <a:ext cx="2448000" cy="2448000"/>
          </a:xfrm>
          <a:prstGeom prst="rect">
            <a:avLst/>
          </a:prstGeom>
          <a:solidFill>
            <a:srgbClr val="00219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103" name="标题文本"/>
          <p:cNvSpPr txBox="1">
            <a:spLocks noGrp="1"/>
          </p:cNvSpPr>
          <p:nvPr>
            <p:ph type="title"/>
          </p:nvPr>
        </p:nvSpPr>
        <p:spPr>
          <a:xfrm>
            <a:off x="6861907" y="922200"/>
            <a:ext cx="4584978" cy="73764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9" name="矩形 8"/>
          <p:cNvSpPr/>
          <p:nvPr userDrawn="1"/>
        </p:nvSpPr>
        <p:spPr>
          <a:xfrm>
            <a:off x="6949244" y="810000"/>
            <a:ext cx="432000" cy="36000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1791" y="3600000"/>
            <a:ext cx="2448000" cy="2448000"/>
          </a:xfrm>
          <a:prstGeom prst="rect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851866" y="837635"/>
            <a:ext cx="2447925" cy="24479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2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648074" y="3603727"/>
            <a:ext cx="2447925" cy="2447925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2"/>
          </p:nvPr>
        </p:nvSpPr>
        <p:spPr>
          <a:xfrm>
            <a:off x="3648000" y="922200"/>
            <a:ext cx="2447925" cy="4295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SzTx/>
              <a:buFontTx/>
              <a:buNone/>
              <a:defRPr sz="1600" b="1">
                <a:solidFill>
                  <a:schemeClr val="bg1"/>
                </a:solidFill>
                <a:latin typeface="+mj-ea"/>
                <a:ea typeface="+mj-ea"/>
                <a:cs typeface="Lantinghei SC Demibold"/>
                <a:sym typeface="Lantinghei SC Demibold"/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5pPr>
          </a:lstStyle>
          <a:p>
            <a:endParaRPr dirty="0"/>
          </a:p>
        </p:txBody>
      </p:sp>
      <p:sp>
        <p:nvSpPr>
          <p:cNvPr id="14" name="正文级别 1…"/>
          <p:cNvSpPr txBox="1">
            <a:spLocks noGrp="1"/>
          </p:cNvSpPr>
          <p:nvPr>
            <p:ph type="body" sz="quarter" idx="13"/>
          </p:nvPr>
        </p:nvSpPr>
        <p:spPr>
          <a:xfrm>
            <a:off x="3648000" y="1445922"/>
            <a:ext cx="2441317" cy="17080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SzTx/>
              <a:buFontTx/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Lantinghei SC Demibold"/>
                <a:sym typeface="Lantinghei SC Demibold"/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5pPr>
          </a:lstStyle>
          <a:p>
            <a:endParaRPr dirty="0"/>
          </a:p>
        </p:txBody>
      </p:sp>
      <p:sp>
        <p:nvSpPr>
          <p:cNvPr id="15" name="正文级别 1…"/>
          <p:cNvSpPr txBox="1">
            <a:spLocks noGrp="1"/>
          </p:cNvSpPr>
          <p:nvPr>
            <p:ph type="body" sz="quarter" idx="14"/>
          </p:nvPr>
        </p:nvSpPr>
        <p:spPr>
          <a:xfrm>
            <a:off x="851792" y="3705157"/>
            <a:ext cx="2447925" cy="4295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SzTx/>
              <a:buFontTx/>
              <a:buNone/>
              <a:defRPr sz="1600" b="1">
                <a:solidFill>
                  <a:schemeClr val="bg1"/>
                </a:solidFill>
                <a:latin typeface="+mj-ea"/>
                <a:ea typeface="+mj-ea"/>
                <a:cs typeface="Lantinghei SC Demibold"/>
                <a:sym typeface="Lantinghei SC Demibold"/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5pPr>
          </a:lstStyle>
          <a:p>
            <a:endParaRPr dirty="0"/>
          </a:p>
        </p:txBody>
      </p:sp>
      <p:sp>
        <p:nvSpPr>
          <p:cNvPr id="16" name="正文级别 1…"/>
          <p:cNvSpPr txBox="1">
            <a:spLocks noGrp="1"/>
          </p:cNvSpPr>
          <p:nvPr>
            <p:ph type="body" sz="quarter" idx="15"/>
          </p:nvPr>
        </p:nvSpPr>
        <p:spPr>
          <a:xfrm>
            <a:off x="851790" y="4228879"/>
            <a:ext cx="2441319" cy="17080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SzTx/>
              <a:buFontTx/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Lantinghei SC Demibold"/>
                <a:sym typeface="Lantinghei SC Demibold"/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5pPr>
          </a:lstStyle>
          <a:p>
            <a:endParaRPr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25"/>
          </p:nvPr>
        </p:nvSpPr>
        <p:spPr>
          <a:xfrm>
            <a:off x="6860368" y="1680751"/>
            <a:ext cx="4584977" cy="13164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9" name="文本占位符 4"/>
          <p:cNvSpPr>
            <a:spLocks noGrp="1"/>
          </p:cNvSpPr>
          <p:nvPr>
            <p:ph type="body" sz="quarter" idx="26"/>
          </p:nvPr>
        </p:nvSpPr>
        <p:spPr>
          <a:xfrm>
            <a:off x="6860369" y="2997200"/>
            <a:ext cx="4584976" cy="31273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模板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1529" y="3613570"/>
            <a:ext cx="3294637" cy="2448000"/>
          </a:xfrm>
          <a:prstGeom prst="rect">
            <a:avLst/>
          </a:prstGeom>
          <a:solidFill>
            <a:srgbClr val="00219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103" name="标题文本"/>
          <p:cNvSpPr txBox="1">
            <a:spLocks noGrp="1"/>
          </p:cNvSpPr>
          <p:nvPr>
            <p:ph type="title"/>
          </p:nvPr>
        </p:nvSpPr>
        <p:spPr>
          <a:xfrm>
            <a:off x="6861907" y="922200"/>
            <a:ext cx="4584978" cy="73764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9" name="矩形 8"/>
          <p:cNvSpPr/>
          <p:nvPr userDrawn="1"/>
        </p:nvSpPr>
        <p:spPr>
          <a:xfrm>
            <a:off x="6949244" y="810000"/>
            <a:ext cx="432000" cy="36000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851866" y="1"/>
            <a:ext cx="2447925" cy="328556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2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647999" y="1"/>
            <a:ext cx="2447925" cy="6858000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2"/>
          </p:nvPr>
        </p:nvSpPr>
        <p:spPr>
          <a:xfrm>
            <a:off x="851791" y="3708408"/>
            <a:ext cx="2447925" cy="4295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SzTx/>
              <a:buFontTx/>
              <a:buNone/>
              <a:defRPr sz="1600" b="1">
                <a:solidFill>
                  <a:schemeClr val="bg1"/>
                </a:solidFill>
                <a:latin typeface="+mj-ea"/>
                <a:ea typeface="+mj-ea"/>
                <a:cs typeface="Lantinghei SC Demibold"/>
                <a:sym typeface="Lantinghei SC Demibold"/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5pPr>
          </a:lstStyle>
          <a:p>
            <a:endParaRPr dirty="0"/>
          </a:p>
        </p:txBody>
      </p:sp>
      <p:sp>
        <p:nvSpPr>
          <p:cNvPr id="14" name="正文级别 1…"/>
          <p:cNvSpPr txBox="1">
            <a:spLocks noGrp="1"/>
          </p:cNvSpPr>
          <p:nvPr>
            <p:ph type="body" sz="quarter" idx="13"/>
          </p:nvPr>
        </p:nvSpPr>
        <p:spPr>
          <a:xfrm>
            <a:off x="851791" y="4232130"/>
            <a:ext cx="2441317" cy="17080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SzTx/>
              <a:buFontTx/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Lantinghei SC Demibold"/>
                <a:sym typeface="Lantinghei SC Demibold"/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5pPr>
          </a:lstStyle>
          <a:p>
            <a:endParaRPr dirty="0"/>
          </a:p>
        </p:txBody>
      </p:sp>
      <p:sp>
        <p:nvSpPr>
          <p:cNvPr id="15" name="文本占位符 4"/>
          <p:cNvSpPr>
            <a:spLocks noGrp="1"/>
          </p:cNvSpPr>
          <p:nvPr>
            <p:ph type="body" sz="quarter" idx="26"/>
          </p:nvPr>
        </p:nvSpPr>
        <p:spPr>
          <a:xfrm>
            <a:off x="6860369" y="2997200"/>
            <a:ext cx="4584978" cy="31273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7" name="文本占位符 4"/>
          <p:cNvSpPr>
            <a:spLocks noGrp="1"/>
          </p:cNvSpPr>
          <p:nvPr>
            <p:ph type="body" sz="quarter" idx="25"/>
          </p:nvPr>
        </p:nvSpPr>
        <p:spPr>
          <a:xfrm>
            <a:off x="6860368" y="1680751"/>
            <a:ext cx="4584977" cy="13164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 algn="ctr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模板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816" y="0"/>
            <a:ext cx="4320000" cy="6876000"/>
          </a:xfrm>
          <a:prstGeom prst="rect">
            <a:avLst/>
          </a:prstGeom>
          <a:solidFill>
            <a:srgbClr val="00219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103" name="标题文本"/>
          <p:cNvSpPr txBox="1">
            <a:spLocks noGrp="1"/>
          </p:cNvSpPr>
          <p:nvPr>
            <p:ph type="title"/>
          </p:nvPr>
        </p:nvSpPr>
        <p:spPr>
          <a:xfrm>
            <a:off x="6861907" y="922200"/>
            <a:ext cx="4478227" cy="73764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9" name="矩形 8"/>
          <p:cNvSpPr/>
          <p:nvPr userDrawn="1"/>
        </p:nvSpPr>
        <p:spPr>
          <a:xfrm>
            <a:off x="6949244" y="810000"/>
            <a:ext cx="432000" cy="36000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775999" y="837635"/>
            <a:ext cx="4320000" cy="24479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2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648074" y="3603727"/>
            <a:ext cx="2447925" cy="2447925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26"/>
          </p:nvPr>
        </p:nvSpPr>
        <p:spPr>
          <a:xfrm>
            <a:off x="6860369" y="2997200"/>
            <a:ext cx="4479765" cy="31273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27"/>
          </p:nvPr>
        </p:nvSpPr>
        <p:spPr>
          <a:xfrm>
            <a:off x="6860369" y="1680029"/>
            <a:ext cx="4479765" cy="131717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758505" y="6446021"/>
            <a:ext cx="1985478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cap="none" spc="0" normalizeH="0" baseline="0" dirty="0">
                <a:ln>
                  <a:noFill/>
                </a:ln>
                <a:solidFill>
                  <a:srgbClr val="BBBBBB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等线" panose="02010600030101010101" charset="-122"/>
              </a:rPr>
              <a:t>*花桥出品，严禁其他机构使用，违者必究</a:t>
            </a:r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模板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11" name="矩形 10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374445" y="4037416"/>
            <a:ext cx="4464000" cy="1440000"/>
          </a:xfrm>
          <a:prstGeom prst="rect">
            <a:avLst/>
          </a:prstGeom>
          <a:solidFill>
            <a:srgbClr val="00219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2" name="文本占位符 4"/>
          <p:cNvSpPr>
            <a:spLocks noGrp="1"/>
          </p:cNvSpPr>
          <p:nvPr userDrawn="1">
            <p:ph type="body" sz="quarter" idx="14"/>
          </p:nvPr>
        </p:nvSpPr>
        <p:spPr>
          <a:xfrm>
            <a:off x="2443024" y="4090095"/>
            <a:ext cx="3251421" cy="38929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 userDrawn="1">
            <p:ph type="body" sz="quarter" idx="15"/>
          </p:nvPr>
        </p:nvSpPr>
        <p:spPr>
          <a:xfrm>
            <a:off x="2443024" y="4572125"/>
            <a:ext cx="3251421" cy="90529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6"/>
          </p:nvPr>
        </p:nvSpPr>
        <p:spPr>
          <a:xfrm>
            <a:off x="836611" y="3597019"/>
            <a:ext cx="1440000" cy="144000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6905816" y="4037416"/>
            <a:ext cx="4464000" cy="1440000"/>
          </a:xfrm>
          <a:prstGeom prst="rect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7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7974395" y="4090095"/>
            <a:ext cx="3251421" cy="38929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8" name="文本占位符 4"/>
          <p:cNvSpPr>
            <a:spLocks noGrp="1"/>
          </p:cNvSpPr>
          <p:nvPr>
            <p:ph type="body" sz="quarter" idx="18"/>
          </p:nvPr>
        </p:nvSpPr>
        <p:spPr>
          <a:xfrm>
            <a:off x="7974395" y="4572125"/>
            <a:ext cx="3251421" cy="90529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9" name="图片占位符 7"/>
          <p:cNvSpPr>
            <a:spLocks noGrp="1"/>
          </p:cNvSpPr>
          <p:nvPr>
            <p:ph type="pic" sz="quarter" idx="19"/>
          </p:nvPr>
        </p:nvSpPr>
        <p:spPr>
          <a:xfrm>
            <a:off x="6367982" y="3597019"/>
            <a:ext cx="1440000" cy="144000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1374445" y="2022349"/>
            <a:ext cx="4464000" cy="1440000"/>
          </a:xfrm>
          <a:prstGeom prst="rect">
            <a:avLst/>
          </a:prstGeom>
          <a:solidFill>
            <a:srgbClr val="0070C0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15" name="文本占位符 4"/>
          <p:cNvSpPr>
            <a:spLocks noGrp="1"/>
          </p:cNvSpPr>
          <p:nvPr>
            <p:ph type="body" sz="quarter" idx="20"/>
          </p:nvPr>
        </p:nvSpPr>
        <p:spPr>
          <a:xfrm>
            <a:off x="2443024" y="2073753"/>
            <a:ext cx="3251421" cy="38929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6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2443024" y="2555783"/>
            <a:ext cx="3251421" cy="906566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7" name="图片占位符 7"/>
          <p:cNvSpPr>
            <a:spLocks noGrp="1"/>
          </p:cNvSpPr>
          <p:nvPr>
            <p:ph type="pic" sz="quarter" idx="22"/>
          </p:nvPr>
        </p:nvSpPr>
        <p:spPr>
          <a:xfrm>
            <a:off x="836611" y="1581952"/>
            <a:ext cx="1440000" cy="144000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6905816" y="2022349"/>
            <a:ext cx="4464000" cy="14400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19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7974395" y="2074850"/>
            <a:ext cx="3251421" cy="38929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占位符 4"/>
          <p:cNvSpPr>
            <a:spLocks noGrp="1"/>
          </p:cNvSpPr>
          <p:nvPr>
            <p:ph type="body" sz="quarter" idx="24"/>
          </p:nvPr>
        </p:nvSpPr>
        <p:spPr>
          <a:xfrm>
            <a:off x="7974395" y="2556880"/>
            <a:ext cx="3251421" cy="905469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1" name="图片占位符 7"/>
          <p:cNvSpPr>
            <a:spLocks noGrp="1"/>
          </p:cNvSpPr>
          <p:nvPr>
            <p:ph type="pic" sz="quarter" idx="25"/>
          </p:nvPr>
        </p:nvSpPr>
        <p:spPr>
          <a:xfrm>
            <a:off x="6367982" y="1581952"/>
            <a:ext cx="1440000" cy="144000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排版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2123051" y="3832506"/>
            <a:ext cx="7945898" cy="1441155"/>
            <a:chOff x="825501" y="2236287"/>
            <a:chExt cx="7945898" cy="1441155"/>
          </a:xfrm>
          <a:effectLst>
            <a:outerShdw blurRad="127000" sx="104000" sy="104000" algn="ctr" rotWithShape="0">
              <a:prstClr val="black">
                <a:alpha val="10000"/>
              </a:prstClr>
            </a:outerShdw>
          </a:effectLst>
        </p:grpSpPr>
        <p:sp>
          <p:nvSpPr>
            <p:cNvPr id="22" name="矩形 21"/>
            <p:cNvSpPr>
              <a:spLocks noChangeAspect="1"/>
            </p:cNvSpPr>
            <p:nvPr userDrawn="1"/>
          </p:nvSpPr>
          <p:spPr>
            <a:xfrm>
              <a:off x="825501" y="2236694"/>
              <a:ext cx="1440000" cy="1440000"/>
            </a:xfrm>
            <a:prstGeom prst="rect">
              <a:avLst/>
            </a:prstGeom>
            <a:solidFill>
              <a:srgbClr val="0034A7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8735399" y="2236287"/>
              <a:ext cx="36000" cy="1440000"/>
            </a:xfrm>
            <a:prstGeom prst="rect">
              <a:avLst/>
            </a:prstGeom>
            <a:solidFill>
              <a:srgbClr val="0034A7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24" name="矩形 23"/>
            <p:cNvSpPr>
              <a:spLocks noChangeAspect="1"/>
            </p:cNvSpPr>
            <p:nvPr userDrawn="1"/>
          </p:nvSpPr>
          <p:spPr>
            <a:xfrm>
              <a:off x="2265501" y="2236694"/>
              <a:ext cx="6469898" cy="1440748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2123050" y="4217926"/>
            <a:ext cx="1439863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3740574" y="3822936"/>
            <a:ext cx="6148375" cy="146216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2123051" y="1987845"/>
            <a:ext cx="7945898" cy="1441155"/>
            <a:chOff x="825501" y="2236287"/>
            <a:chExt cx="7945898" cy="1441155"/>
          </a:xfrm>
          <a:effectLst>
            <a:outerShdw blurRad="127000" sx="104000" sy="104000" algn="ctr" rotWithShape="0">
              <a:prstClr val="black">
                <a:alpha val="10000"/>
              </a:prstClr>
            </a:outerShdw>
          </a:effectLst>
        </p:grpSpPr>
        <p:sp>
          <p:nvSpPr>
            <p:cNvPr id="37" name="矩形 36"/>
            <p:cNvSpPr>
              <a:spLocks noChangeAspect="1"/>
            </p:cNvSpPr>
            <p:nvPr userDrawn="1"/>
          </p:nvSpPr>
          <p:spPr>
            <a:xfrm>
              <a:off x="825501" y="2236694"/>
              <a:ext cx="1440000" cy="1440000"/>
            </a:xfrm>
            <a:prstGeom prst="rect">
              <a:avLst/>
            </a:prstGeom>
            <a:solidFill>
              <a:srgbClr val="3271F5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38" name="矩形 37"/>
            <p:cNvSpPr/>
            <p:nvPr userDrawn="1"/>
          </p:nvSpPr>
          <p:spPr>
            <a:xfrm>
              <a:off x="8735399" y="2236287"/>
              <a:ext cx="36000" cy="1440000"/>
            </a:xfrm>
            <a:prstGeom prst="rect">
              <a:avLst/>
            </a:prstGeom>
            <a:solidFill>
              <a:srgbClr val="3271F5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39" name="矩形 38"/>
            <p:cNvSpPr>
              <a:spLocks noChangeAspect="1"/>
            </p:cNvSpPr>
            <p:nvPr userDrawn="1"/>
          </p:nvSpPr>
          <p:spPr>
            <a:xfrm>
              <a:off x="2265501" y="2236694"/>
              <a:ext cx="6469898" cy="1440748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</p:grpSp>
      <p:sp>
        <p:nvSpPr>
          <p:cNvPr id="40" name="文本占位符 4"/>
          <p:cNvSpPr>
            <a:spLocks noGrp="1"/>
          </p:cNvSpPr>
          <p:nvPr>
            <p:ph type="body" sz="quarter" idx="16"/>
          </p:nvPr>
        </p:nvSpPr>
        <p:spPr>
          <a:xfrm>
            <a:off x="2123050" y="2373265"/>
            <a:ext cx="1439863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1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3740574" y="1978275"/>
            <a:ext cx="6148375" cy="146216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7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18" name="矩形 17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19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排版3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18" name="矩形 17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19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grpSp>
        <p:nvGrpSpPr>
          <p:cNvPr id="25" name="组合 68"/>
          <p:cNvGrpSpPr/>
          <p:nvPr userDrawn="1"/>
        </p:nvGrpSpPr>
        <p:grpSpPr>
          <a:xfrm>
            <a:off x="1646555" y="4540250"/>
            <a:ext cx="8899525" cy="1184275"/>
            <a:chOff x="1200150" y="1573599"/>
            <a:chExt cx="9791700" cy="1303048"/>
          </a:xfrm>
        </p:grpSpPr>
        <p:sp>
          <p:nvSpPr>
            <p:cNvPr id="26" name="矩形: 圆角 70"/>
            <p:cNvSpPr/>
            <p:nvPr/>
          </p:nvSpPr>
          <p:spPr>
            <a:xfrm flipH="1">
              <a:off x="1200150" y="1573599"/>
              <a:ext cx="9209124" cy="1303048"/>
            </a:xfrm>
            <a:prstGeom prst="roundRect">
              <a:avLst>
                <a:gd name="adj" fmla="val 4862"/>
              </a:avLst>
            </a:prstGeom>
            <a:solidFill>
              <a:srgbClr val="3271F5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1pPr>
              <a:lvl2pPr marL="0" marR="0" indent="457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2pPr>
              <a:lvl3pPr marL="0" marR="0" indent="914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3pPr>
              <a:lvl4pPr marL="0" marR="0" indent="1371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4pPr>
              <a:lvl5pPr marL="0" marR="0" indent="18288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5pPr>
              <a:lvl6pPr marL="0" marR="0" indent="22860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6pPr>
              <a:lvl7pPr marL="0" marR="0" indent="2743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7pPr>
              <a:lvl8pPr marL="0" marR="0" indent="3200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8pPr>
              <a:lvl9pPr marL="0" marR="0" indent="3657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zh-CN" altLang="en-US" strike="noStrike" noProof="1">
                <a:cs typeface="+mn-ea"/>
                <a:sym typeface="+mn-lt"/>
              </a:endParaRPr>
            </a:p>
          </p:txBody>
        </p:sp>
        <p:sp>
          <p:nvSpPr>
            <p:cNvPr id="27" name="矩形: 圆角 71"/>
            <p:cNvSpPr/>
            <p:nvPr/>
          </p:nvSpPr>
          <p:spPr>
            <a:xfrm>
              <a:off x="2629807" y="1688883"/>
              <a:ext cx="8362043" cy="10771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F8F8F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1pPr>
              <a:lvl2pPr marL="0" marR="0" indent="457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2pPr>
              <a:lvl3pPr marL="0" marR="0" indent="914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3pPr>
              <a:lvl4pPr marL="0" marR="0" indent="1371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4pPr>
              <a:lvl5pPr marL="0" marR="0" indent="18288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5pPr>
              <a:lvl6pPr marL="0" marR="0" indent="22860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6pPr>
              <a:lvl7pPr marL="0" marR="0" indent="2743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7pPr>
              <a:lvl8pPr marL="0" marR="0" indent="3200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8pPr>
              <a:lvl9pPr marL="0" marR="0" indent="3657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zh-CN" altLang="en-US" strike="noStrike" noProof="1">
                <a:cs typeface="+mn-ea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9962568" y="1813431"/>
              <a:ext cx="831752" cy="831752"/>
            </a:xfrm>
            <a:prstGeom prst="ellipse">
              <a:avLst/>
            </a:prstGeom>
            <a:solidFill>
              <a:srgbClr val="3271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1pPr>
              <a:lvl2pPr marL="0" marR="0" indent="457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2pPr>
              <a:lvl3pPr marL="0" marR="0" indent="914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3pPr>
              <a:lvl4pPr marL="0" marR="0" indent="1371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4pPr>
              <a:lvl5pPr marL="0" marR="0" indent="18288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5pPr>
              <a:lvl6pPr marL="0" marR="0" indent="22860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6pPr>
              <a:lvl7pPr marL="0" marR="0" indent="2743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7pPr>
              <a:lvl8pPr marL="0" marR="0" indent="3200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8pPr>
              <a:lvl9pPr marL="0" marR="0" indent="3657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zh-CN" altLang="en-US" strike="noStrike" noProof="1">
                <a:cs typeface="+mn-ea"/>
                <a:sym typeface="+mn-lt"/>
              </a:endParaRPr>
            </a:p>
          </p:txBody>
        </p:sp>
      </p:grpSp>
      <p:grpSp>
        <p:nvGrpSpPr>
          <p:cNvPr id="34" name="组合 39"/>
          <p:cNvGrpSpPr/>
          <p:nvPr userDrawn="1"/>
        </p:nvGrpSpPr>
        <p:grpSpPr>
          <a:xfrm>
            <a:off x="1646555" y="1695450"/>
            <a:ext cx="8899525" cy="1184275"/>
            <a:chOff x="1200150" y="1573599"/>
            <a:chExt cx="9791700" cy="1303048"/>
          </a:xfrm>
        </p:grpSpPr>
        <p:sp>
          <p:nvSpPr>
            <p:cNvPr id="35" name="矩形: 圆角 41"/>
            <p:cNvSpPr/>
            <p:nvPr/>
          </p:nvSpPr>
          <p:spPr>
            <a:xfrm flipH="1">
              <a:off x="1200150" y="1573599"/>
              <a:ext cx="9209124" cy="1303048"/>
            </a:xfrm>
            <a:prstGeom prst="roundRect">
              <a:avLst>
                <a:gd name="adj" fmla="val 4862"/>
              </a:avLst>
            </a:prstGeom>
            <a:solidFill>
              <a:srgbClr val="0070C0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zh-CN" altLang="en-US" strike="noStrike" noProof="1">
                <a:cs typeface="+mn-ea"/>
                <a:sym typeface="+mn-lt"/>
              </a:endParaRPr>
            </a:p>
          </p:txBody>
        </p:sp>
        <p:sp>
          <p:nvSpPr>
            <p:cNvPr id="42" name="矩形: 圆角 62"/>
            <p:cNvSpPr/>
            <p:nvPr/>
          </p:nvSpPr>
          <p:spPr>
            <a:xfrm>
              <a:off x="2629807" y="1688883"/>
              <a:ext cx="8362043" cy="10771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F8F8F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zh-CN" altLang="en-US" strike="noStrike" noProof="1">
                <a:cs typeface="+mn-ea"/>
                <a:sym typeface="+mn-lt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9962568" y="1813431"/>
              <a:ext cx="831752" cy="83175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zh-CN" altLang="en-US" strike="noStrike" noProof="1">
                <a:cs typeface="+mn-ea"/>
                <a:sym typeface="+mn-lt"/>
              </a:endParaRPr>
            </a:p>
          </p:txBody>
        </p:sp>
      </p:grpSp>
      <p:grpSp>
        <p:nvGrpSpPr>
          <p:cNvPr id="47" name="组合 39"/>
          <p:cNvGrpSpPr/>
          <p:nvPr userDrawn="1"/>
        </p:nvGrpSpPr>
        <p:grpSpPr>
          <a:xfrm>
            <a:off x="1640205" y="3098800"/>
            <a:ext cx="8899525" cy="1184275"/>
            <a:chOff x="1200150" y="1573599"/>
            <a:chExt cx="9791700" cy="1303048"/>
          </a:xfrm>
        </p:grpSpPr>
        <p:sp>
          <p:nvSpPr>
            <p:cNvPr id="48" name="矩形: 圆角 41"/>
            <p:cNvSpPr/>
            <p:nvPr/>
          </p:nvSpPr>
          <p:spPr>
            <a:xfrm flipH="1">
              <a:off x="1200150" y="1573599"/>
              <a:ext cx="9209124" cy="1303048"/>
            </a:xfrm>
            <a:prstGeom prst="roundRect">
              <a:avLst>
                <a:gd name="adj" fmla="val 4862"/>
              </a:avLst>
            </a:prstGeom>
            <a:solidFill>
              <a:srgbClr val="0034A7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zh-CN" altLang="en-US" strike="noStrike" noProof="1">
                <a:cs typeface="+mn-ea"/>
                <a:sym typeface="+mn-lt"/>
              </a:endParaRPr>
            </a:p>
          </p:txBody>
        </p:sp>
        <p:sp>
          <p:nvSpPr>
            <p:cNvPr id="49" name="矩形: 圆角 62"/>
            <p:cNvSpPr/>
            <p:nvPr/>
          </p:nvSpPr>
          <p:spPr>
            <a:xfrm>
              <a:off x="2629807" y="1688883"/>
              <a:ext cx="8362043" cy="10771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F8F8F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zh-CN" altLang="en-US" strike="noStrike" noProof="1">
                <a:cs typeface="+mn-ea"/>
                <a:sym typeface="+mn-lt"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9962568" y="1813431"/>
              <a:ext cx="831752" cy="831752"/>
            </a:xfrm>
            <a:prstGeom prst="ellipse">
              <a:avLst/>
            </a:prstGeom>
            <a:solidFill>
              <a:srgbClr val="003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zh-CN" altLang="en-US" strike="noStrike" noProof="1">
                <a:cs typeface="+mn-ea"/>
                <a:sym typeface="+mn-lt"/>
              </a:endParaRPr>
            </a:p>
          </p:txBody>
        </p:sp>
      </p:grpSp>
      <p:sp>
        <p:nvSpPr>
          <p:cNvPr id="54" name="文本占位符 2"/>
          <p:cNvSpPr>
            <a:spLocks noGrp="1"/>
          </p:cNvSpPr>
          <p:nvPr>
            <p:ph type="body" sz="quarter" idx="27"/>
          </p:nvPr>
        </p:nvSpPr>
        <p:spPr>
          <a:xfrm>
            <a:off x="2939598" y="2095729"/>
            <a:ext cx="6670983" cy="3635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55" name="文本占位符 2"/>
          <p:cNvSpPr>
            <a:spLocks noGrp="1"/>
          </p:cNvSpPr>
          <p:nvPr>
            <p:ph type="body" sz="quarter" idx="28"/>
          </p:nvPr>
        </p:nvSpPr>
        <p:spPr>
          <a:xfrm>
            <a:off x="2939598" y="3509168"/>
            <a:ext cx="6670983" cy="3635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56" name="文本占位符 2"/>
          <p:cNvSpPr>
            <a:spLocks noGrp="1"/>
          </p:cNvSpPr>
          <p:nvPr>
            <p:ph type="body" sz="quarter" idx="29"/>
          </p:nvPr>
        </p:nvSpPr>
        <p:spPr>
          <a:xfrm>
            <a:off x="2939598" y="4956717"/>
            <a:ext cx="6670983" cy="3635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57" name="文本占位符 2"/>
          <p:cNvSpPr>
            <a:spLocks noGrp="1"/>
          </p:cNvSpPr>
          <p:nvPr>
            <p:ph type="body" sz="quarter" idx="30"/>
          </p:nvPr>
        </p:nvSpPr>
        <p:spPr>
          <a:xfrm>
            <a:off x="1656899" y="2095729"/>
            <a:ext cx="1289050" cy="3635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58" name="文本占位符 2"/>
          <p:cNvSpPr>
            <a:spLocks noGrp="1"/>
          </p:cNvSpPr>
          <p:nvPr>
            <p:ph type="body" sz="quarter" idx="31"/>
          </p:nvPr>
        </p:nvSpPr>
        <p:spPr>
          <a:xfrm>
            <a:off x="1656899" y="3505429"/>
            <a:ext cx="1289050" cy="3635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59" name="文本占位符 2"/>
          <p:cNvSpPr>
            <a:spLocks noGrp="1"/>
          </p:cNvSpPr>
          <p:nvPr>
            <p:ph type="body" sz="quarter" idx="32"/>
          </p:nvPr>
        </p:nvSpPr>
        <p:spPr>
          <a:xfrm>
            <a:off x="1656899" y="4953229"/>
            <a:ext cx="1289050" cy="3635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排版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831439" y="1581952"/>
            <a:ext cx="3245172" cy="3635999"/>
            <a:chOff x="831439" y="1739868"/>
            <a:chExt cx="3245172" cy="3635999"/>
          </a:xfrm>
          <a:effectLst>
            <a:outerShdw blurRad="127000" sx="104000" sy="104000" algn="ctr" rotWithShape="0">
              <a:prstClr val="black">
                <a:alpha val="10000"/>
              </a:prstClr>
            </a:outerShdw>
          </a:effectLst>
        </p:grpSpPr>
        <p:sp>
          <p:nvSpPr>
            <p:cNvPr id="2" name="矩形 1"/>
            <p:cNvSpPr/>
            <p:nvPr userDrawn="1"/>
          </p:nvSpPr>
          <p:spPr>
            <a:xfrm>
              <a:off x="831439" y="1739868"/>
              <a:ext cx="3240000" cy="720000"/>
            </a:xfrm>
            <a:prstGeom prst="rect">
              <a:avLst/>
            </a:prstGeom>
            <a:solidFill>
              <a:srgbClr val="0034A7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6" name="矩形 5"/>
            <p:cNvSpPr/>
            <p:nvPr userDrawn="1"/>
          </p:nvSpPr>
          <p:spPr>
            <a:xfrm>
              <a:off x="836611" y="5339867"/>
              <a:ext cx="3240000" cy="36000"/>
            </a:xfrm>
            <a:prstGeom prst="rect">
              <a:avLst/>
            </a:prstGeom>
            <a:solidFill>
              <a:srgbClr val="0034A7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833091" y="2459867"/>
              <a:ext cx="3240000" cy="288000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1121212" y="1618895"/>
            <a:ext cx="2634359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9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25728" y="2955002"/>
            <a:ext cx="3251421" cy="2082005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grpSp>
        <p:nvGrpSpPr>
          <p:cNvPr id="42" name="组合 41"/>
          <p:cNvGrpSpPr/>
          <p:nvPr userDrawn="1"/>
        </p:nvGrpSpPr>
        <p:grpSpPr>
          <a:xfrm>
            <a:off x="8146656" y="1581952"/>
            <a:ext cx="3245172" cy="3635999"/>
            <a:chOff x="831439" y="1739868"/>
            <a:chExt cx="3245172" cy="3635999"/>
          </a:xfrm>
          <a:effectLst>
            <a:outerShdw blurRad="127000" sx="104000" sy="104000" algn="ctr" rotWithShape="0">
              <a:prstClr val="black">
                <a:alpha val="10000"/>
              </a:prstClr>
            </a:outerShdw>
          </a:effectLst>
        </p:grpSpPr>
        <p:sp>
          <p:nvSpPr>
            <p:cNvPr id="43" name="矩形 42"/>
            <p:cNvSpPr/>
            <p:nvPr userDrawn="1"/>
          </p:nvSpPr>
          <p:spPr>
            <a:xfrm>
              <a:off x="831439" y="1739868"/>
              <a:ext cx="3240000" cy="720000"/>
            </a:xfrm>
            <a:prstGeom prst="rect">
              <a:avLst/>
            </a:prstGeom>
            <a:solidFill>
              <a:srgbClr val="3171F4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836611" y="5339867"/>
              <a:ext cx="3240000" cy="36000"/>
            </a:xfrm>
            <a:prstGeom prst="rect">
              <a:avLst/>
            </a:prstGeom>
            <a:solidFill>
              <a:srgbClr val="3171F4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45" name="矩形 44"/>
            <p:cNvSpPr/>
            <p:nvPr userDrawn="1"/>
          </p:nvSpPr>
          <p:spPr>
            <a:xfrm>
              <a:off x="833091" y="2459867"/>
              <a:ext cx="3240000" cy="288000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</p:grpSp>
      <p:sp>
        <p:nvSpPr>
          <p:cNvPr id="46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8436429" y="1618895"/>
            <a:ext cx="2634359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7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8140945" y="2955002"/>
            <a:ext cx="3251421" cy="2082005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grpSp>
        <p:nvGrpSpPr>
          <p:cNvPr id="48" name="组合 47"/>
          <p:cNvGrpSpPr/>
          <p:nvPr userDrawn="1"/>
        </p:nvGrpSpPr>
        <p:grpSpPr>
          <a:xfrm>
            <a:off x="4489047" y="1581952"/>
            <a:ext cx="3245172" cy="3635999"/>
            <a:chOff x="831439" y="1739868"/>
            <a:chExt cx="3245172" cy="3635999"/>
          </a:xfrm>
          <a:effectLst>
            <a:outerShdw blurRad="127000" sx="104000" sy="104000" algn="ctr" rotWithShape="0">
              <a:prstClr val="black">
                <a:alpha val="10000"/>
              </a:prstClr>
            </a:outerShdw>
          </a:effectLst>
        </p:grpSpPr>
        <p:sp>
          <p:nvSpPr>
            <p:cNvPr id="49" name="矩形 48"/>
            <p:cNvSpPr/>
            <p:nvPr userDrawn="1"/>
          </p:nvSpPr>
          <p:spPr>
            <a:xfrm>
              <a:off x="831439" y="1739868"/>
              <a:ext cx="3240000" cy="720000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50" name="矩形 49"/>
            <p:cNvSpPr/>
            <p:nvPr userDrawn="1"/>
          </p:nvSpPr>
          <p:spPr>
            <a:xfrm>
              <a:off x="836611" y="5339867"/>
              <a:ext cx="3240000" cy="36000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51" name="矩形 50"/>
            <p:cNvSpPr/>
            <p:nvPr userDrawn="1"/>
          </p:nvSpPr>
          <p:spPr>
            <a:xfrm>
              <a:off x="833091" y="2459867"/>
              <a:ext cx="3240000" cy="288000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</p:grpSp>
      <p:sp>
        <p:nvSpPr>
          <p:cNvPr id="52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4778820" y="1618895"/>
            <a:ext cx="2634359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3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4483336" y="2955002"/>
            <a:ext cx="3251421" cy="2082005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3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4" name="矩形 23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5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并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 userDrawn="1"/>
        </p:nvSpPr>
        <p:spPr>
          <a:xfrm>
            <a:off x="0" y="2005097"/>
            <a:ext cx="12192000" cy="657683"/>
          </a:xfrm>
          <a:prstGeom prst="rect">
            <a:avLst/>
          </a:prstGeom>
          <a:gradFill>
            <a:gsLst>
              <a:gs pos="70000">
                <a:srgbClr val="3271F5">
                  <a:alpha val="70000"/>
                </a:srgbClr>
              </a:gs>
              <a:gs pos="100000">
                <a:srgbClr val="0070C0"/>
              </a:gs>
              <a:gs pos="0">
                <a:srgbClr val="0034A7">
                  <a:alpha val="80000"/>
                </a:srgbClr>
              </a:gs>
            </a:gsLst>
            <a:lin ang="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等线" panose="02010600030101010101" charset="-122"/>
            </a:endParaRPr>
          </a:p>
        </p:txBody>
      </p:sp>
      <p:grpSp>
        <p:nvGrpSpPr>
          <p:cNvPr id="31" name="Group 100"/>
          <p:cNvGrpSpPr/>
          <p:nvPr userDrawn="1"/>
        </p:nvGrpSpPr>
        <p:grpSpPr>
          <a:xfrm>
            <a:off x="414100" y="1206664"/>
            <a:ext cx="3635419" cy="4768617"/>
            <a:chOff x="1136267" y="2218428"/>
            <a:chExt cx="3635419" cy="4768617"/>
          </a:xfrm>
        </p:grpSpPr>
        <p:grpSp>
          <p:nvGrpSpPr>
            <p:cNvPr id="32" name="组合 31"/>
            <p:cNvGrpSpPr/>
            <p:nvPr/>
          </p:nvGrpSpPr>
          <p:grpSpPr>
            <a:xfrm>
              <a:off x="1136267" y="2657449"/>
              <a:ext cx="3635419" cy="4329596"/>
              <a:chOff x="1136267" y="2657449"/>
              <a:chExt cx="9772852" cy="3570845"/>
            </a:xfrm>
          </p:grpSpPr>
          <p:sp>
            <p:nvSpPr>
              <p:cNvPr id="38" name="矩形: 圆角 202"/>
              <p:cNvSpPr/>
              <p:nvPr/>
            </p:nvSpPr>
            <p:spPr>
              <a:xfrm>
                <a:off x="1889080" y="3214063"/>
                <a:ext cx="8267224" cy="3014231"/>
              </a:xfrm>
              <a:prstGeom prst="roundRect">
                <a:avLst>
                  <a:gd name="adj" fmla="val 2511"/>
                </a:avLst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F8F8F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76000" tIns="0" rIns="576000" bIns="396000" numCol="1" spcCol="0" rtlCol="0" fromWordArt="0" anchor="ctr" anchorCtr="0" forceAA="0" compatLnSpc="1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indent="457200">
                  <a:lnSpc>
                    <a:spcPct val="120000"/>
                  </a:lnSpc>
                </a:pPr>
                <a:endParaRPr lang="zh-CN" altLang="en-US" sz="20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9" name="矩形: 圆角 203"/>
              <p:cNvSpPr/>
              <p:nvPr/>
            </p:nvSpPr>
            <p:spPr>
              <a:xfrm>
                <a:off x="1462546" y="2861134"/>
                <a:ext cx="9120292" cy="3243270"/>
              </a:xfrm>
              <a:prstGeom prst="roundRect">
                <a:avLst>
                  <a:gd name="adj" fmla="val 2511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3175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76000" tIns="0" rIns="576000" bIns="396000" numCol="1" spcCol="0" rtlCol="0" fromWordArt="0" anchor="ctr" anchorCtr="0" forceAA="0" compatLnSpc="1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indent="457200">
                  <a:lnSpc>
                    <a:spcPct val="120000"/>
                  </a:lnSpc>
                </a:pPr>
                <a:endParaRPr lang="zh-CN" altLang="en-US" sz="20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0" name="矩形: 圆角 204"/>
              <p:cNvSpPr/>
              <p:nvPr/>
            </p:nvSpPr>
            <p:spPr>
              <a:xfrm>
                <a:off x="1136267" y="2657449"/>
                <a:ext cx="9772852" cy="3277537"/>
              </a:xfrm>
              <a:prstGeom prst="roundRect">
                <a:avLst>
                  <a:gd name="adj" fmla="val 255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3175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40000" tIns="540000" rIns="540000" bIns="72000" numCol="1" spcCol="0" rtlCol="0" fromWordArt="0" anchor="ctr" anchorCtr="0" forceAA="0" compatLnSpc="1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algn="just">
                  <a:lnSpc>
                    <a:spcPct val="120000"/>
                  </a:lnSpc>
                </a:pPr>
                <a:endParaRPr lang="zh-CN" altLang="en-US" sz="20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2602780" y="2218428"/>
              <a:ext cx="801160" cy="801158"/>
              <a:chOff x="362982" y="606151"/>
              <a:chExt cx="1872860" cy="1872858"/>
            </a:xfrm>
          </p:grpSpPr>
          <p:sp>
            <p:nvSpPr>
              <p:cNvPr id="36" name="椭圆 35"/>
              <p:cNvSpPr/>
              <p:nvPr/>
            </p:nvSpPr>
            <p:spPr>
              <a:xfrm>
                <a:off x="362982" y="606151"/>
                <a:ext cx="1872860" cy="187285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254000" dist="38100" dir="5400000" algn="t" rotWithShape="0">
                  <a:schemeClr val="bg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sz="5400" b="1" dirty="0">
                  <a:solidFill>
                    <a:schemeClr val="bg1"/>
                  </a:solidFill>
                  <a:effectLst>
                    <a:innerShdw blurRad="127000">
                      <a:schemeClr val="bg1">
                        <a:lumMod val="50000"/>
                        <a:alpha val="85000"/>
                      </a:schemeClr>
                    </a:inn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598068" y="846000"/>
                <a:ext cx="1393162" cy="1393160"/>
              </a:xfrm>
              <a:prstGeom prst="ellipse">
                <a:avLst/>
              </a:prstGeom>
              <a:solidFill>
                <a:srgbClr val="0034A7"/>
              </a:solidFill>
              <a:ln>
                <a:noFill/>
              </a:ln>
              <a:effectLst>
                <a:outerShdw blurRad="101600" dist="38100" dir="5400000" algn="t" rotWithShape="0">
                  <a:srgbClr val="0034A7">
                    <a:alpha val="40000"/>
                  </a:srgb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sz="5400" b="1" dirty="0">
                  <a:solidFill>
                    <a:schemeClr val="bg1"/>
                  </a:solidFill>
                  <a:effectLst>
                    <a:innerShdw blurRad="127000">
                      <a:schemeClr val="bg1">
                        <a:lumMod val="50000"/>
                        <a:alpha val="85000"/>
                      </a:schemeClr>
                    </a:innerShdw>
                  </a:effectLst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5" name="Group 87"/>
          <p:cNvGrpSpPr/>
          <p:nvPr userDrawn="1"/>
        </p:nvGrpSpPr>
        <p:grpSpPr>
          <a:xfrm>
            <a:off x="4278291" y="1206664"/>
            <a:ext cx="3635419" cy="4792730"/>
            <a:chOff x="1136267" y="2218428"/>
            <a:chExt cx="3635419" cy="4792730"/>
          </a:xfrm>
        </p:grpSpPr>
        <p:grpSp>
          <p:nvGrpSpPr>
            <p:cNvPr id="56" name="组合 55"/>
            <p:cNvGrpSpPr/>
            <p:nvPr/>
          </p:nvGrpSpPr>
          <p:grpSpPr>
            <a:xfrm>
              <a:off x="1136267" y="2657451"/>
              <a:ext cx="3635419" cy="4353707"/>
              <a:chOff x="1136267" y="2657450"/>
              <a:chExt cx="9772852" cy="3590730"/>
            </a:xfrm>
          </p:grpSpPr>
          <p:sp>
            <p:nvSpPr>
              <p:cNvPr id="62" name="矩形: 圆角 212"/>
              <p:cNvSpPr/>
              <p:nvPr/>
            </p:nvSpPr>
            <p:spPr>
              <a:xfrm>
                <a:off x="1889080" y="3214063"/>
                <a:ext cx="8267224" cy="3034117"/>
              </a:xfrm>
              <a:prstGeom prst="roundRect">
                <a:avLst>
                  <a:gd name="adj" fmla="val 2511"/>
                </a:avLst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F8F8F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76000" tIns="0" rIns="576000" bIns="396000" numCol="1" spcCol="0" rtlCol="0" fromWordArt="0" anchor="ctr" anchorCtr="0" forceAA="0" compatLnSpc="1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indent="457200"/>
                <a:endParaRPr lang="zh-CN" altLang="en-US" sz="20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213"/>
              <p:cNvSpPr/>
              <p:nvPr/>
            </p:nvSpPr>
            <p:spPr>
              <a:xfrm>
                <a:off x="1462546" y="2861134"/>
                <a:ext cx="9120292" cy="3243268"/>
              </a:xfrm>
              <a:prstGeom prst="roundRect">
                <a:avLst>
                  <a:gd name="adj" fmla="val 2511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3175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76000" tIns="0" rIns="576000" bIns="396000" numCol="1" spcCol="0" rtlCol="0" fromWordArt="0" anchor="ctr" anchorCtr="0" forceAA="0" compatLnSpc="1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indent="457200"/>
                <a:endParaRPr lang="zh-CN" altLang="en-US" sz="20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4" name="矩形: 圆角 214"/>
              <p:cNvSpPr/>
              <p:nvPr/>
            </p:nvSpPr>
            <p:spPr>
              <a:xfrm>
                <a:off x="1136267" y="2657450"/>
                <a:ext cx="9772852" cy="3277534"/>
              </a:xfrm>
              <a:prstGeom prst="roundRect">
                <a:avLst>
                  <a:gd name="adj" fmla="val 255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3175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40000" tIns="540000" rIns="540000" bIns="72000" numCol="1" spcCol="0" rtlCol="0" fromWordArt="0" anchor="ctr" anchorCtr="0" forceAA="0" compatLnSpc="1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algn="just"/>
                <a:endParaRPr lang="zh-CN" altLang="en-US" sz="20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2602780" y="2218428"/>
              <a:ext cx="801160" cy="801158"/>
              <a:chOff x="362982" y="606151"/>
              <a:chExt cx="1872860" cy="1872858"/>
            </a:xfrm>
          </p:grpSpPr>
          <p:sp>
            <p:nvSpPr>
              <p:cNvPr id="60" name="椭圆 59"/>
              <p:cNvSpPr/>
              <p:nvPr/>
            </p:nvSpPr>
            <p:spPr>
              <a:xfrm>
                <a:off x="362982" y="606151"/>
                <a:ext cx="1872860" cy="187285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254000" dist="38100" dir="5400000" algn="t" rotWithShape="0">
                  <a:schemeClr val="bg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algn="ctr"/>
                <a:endParaRPr lang="zh-CN" altLang="en-US" sz="5400" b="1" dirty="0">
                  <a:solidFill>
                    <a:schemeClr val="bg1"/>
                  </a:solidFill>
                  <a:effectLst>
                    <a:innerShdw blurRad="127000">
                      <a:schemeClr val="bg1">
                        <a:lumMod val="50000"/>
                        <a:alpha val="85000"/>
                      </a:schemeClr>
                    </a:inn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598068" y="846000"/>
                <a:ext cx="1393162" cy="1393160"/>
              </a:xfrm>
              <a:prstGeom prst="ellipse">
                <a:avLst/>
              </a:prstGeom>
              <a:solidFill>
                <a:srgbClr val="3271F5"/>
              </a:solidFill>
              <a:ln>
                <a:noFill/>
              </a:ln>
              <a:effectLst>
                <a:outerShdw blurRad="101600" dist="38100" dir="5400000" algn="t" rotWithShape="0">
                  <a:srgbClr val="3271F5">
                    <a:alpha val="40000"/>
                  </a:srgb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algn="ctr"/>
                <a:endParaRPr lang="zh-CN" altLang="en-US" sz="5400" b="1" dirty="0">
                  <a:solidFill>
                    <a:schemeClr val="bg1"/>
                  </a:solidFill>
                  <a:effectLst>
                    <a:innerShdw blurRad="127000">
                      <a:schemeClr val="bg1">
                        <a:lumMod val="50000"/>
                        <a:alpha val="85000"/>
                      </a:schemeClr>
                    </a:innerShdw>
                  </a:effectLst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7" name="Group 87"/>
          <p:cNvGrpSpPr/>
          <p:nvPr userDrawn="1"/>
        </p:nvGrpSpPr>
        <p:grpSpPr>
          <a:xfrm>
            <a:off x="8197725" y="1196382"/>
            <a:ext cx="3635419" cy="4792730"/>
            <a:chOff x="1136267" y="2218428"/>
            <a:chExt cx="3635419" cy="4792730"/>
          </a:xfrm>
        </p:grpSpPr>
        <p:grpSp>
          <p:nvGrpSpPr>
            <p:cNvPr id="68" name="组合 67"/>
            <p:cNvGrpSpPr/>
            <p:nvPr/>
          </p:nvGrpSpPr>
          <p:grpSpPr>
            <a:xfrm>
              <a:off x="1136267" y="2657451"/>
              <a:ext cx="3635419" cy="4353707"/>
              <a:chOff x="1136267" y="2657450"/>
              <a:chExt cx="9772852" cy="3590730"/>
            </a:xfrm>
          </p:grpSpPr>
          <p:sp>
            <p:nvSpPr>
              <p:cNvPr id="74" name="矩形: 圆角 79"/>
              <p:cNvSpPr/>
              <p:nvPr/>
            </p:nvSpPr>
            <p:spPr>
              <a:xfrm>
                <a:off x="1889080" y="3214063"/>
                <a:ext cx="8267224" cy="3034117"/>
              </a:xfrm>
              <a:prstGeom prst="roundRect">
                <a:avLst>
                  <a:gd name="adj" fmla="val 2511"/>
                </a:avLst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F8F8F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76000" tIns="0" rIns="576000" bIns="396000" numCol="1" spcCol="0" rtlCol="0" fromWordArt="0" anchor="ctr" anchorCtr="0" forceAA="0" compatLnSpc="1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indent="457200"/>
                <a:endParaRPr lang="zh-CN" altLang="en-US" sz="20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5" name="矩形: 圆角 80"/>
              <p:cNvSpPr/>
              <p:nvPr/>
            </p:nvSpPr>
            <p:spPr>
              <a:xfrm>
                <a:off x="1462546" y="2861134"/>
                <a:ext cx="9120292" cy="3243268"/>
              </a:xfrm>
              <a:prstGeom prst="roundRect">
                <a:avLst>
                  <a:gd name="adj" fmla="val 2511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3175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76000" tIns="0" rIns="576000" bIns="396000" numCol="1" spcCol="0" rtlCol="0" fromWordArt="0" anchor="ctr" anchorCtr="0" forceAA="0" compatLnSpc="1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indent="457200"/>
                <a:endParaRPr lang="zh-CN" altLang="en-US" sz="20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6" name="矩形: 圆角 81"/>
              <p:cNvSpPr/>
              <p:nvPr/>
            </p:nvSpPr>
            <p:spPr>
              <a:xfrm>
                <a:off x="1136267" y="2657450"/>
                <a:ext cx="9772852" cy="3277534"/>
              </a:xfrm>
              <a:prstGeom prst="roundRect">
                <a:avLst>
                  <a:gd name="adj" fmla="val 255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3175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40000" tIns="540000" rIns="540000" bIns="72000" numCol="1" spcCol="0" rtlCol="0" fromWordArt="0" anchor="ctr" anchorCtr="0" forceAA="0" compatLnSpc="1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algn="just"/>
                <a:endParaRPr lang="zh-CN" altLang="en-US" sz="20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2602780" y="2218428"/>
              <a:ext cx="801160" cy="801158"/>
              <a:chOff x="362982" y="606151"/>
              <a:chExt cx="1872860" cy="1872858"/>
            </a:xfrm>
          </p:grpSpPr>
          <p:sp>
            <p:nvSpPr>
              <p:cNvPr id="72" name="椭圆 71"/>
              <p:cNvSpPr/>
              <p:nvPr/>
            </p:nvSpPr>
            <p:spPr>
              <a:xfrm>
                <a:off x="362982" y="606151"/>
                <a:ext cx="1872860" cy="187285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254000" dist="38100" dir="5400000" algn="t" rotWithShape="0">
                  <a:schemeClr val="bg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algn="ctr"/>
                <a:endParaRPr lang="zh-CN" altLang="en-US" sz="5400" b="1" dirty="0">
                  <a:solidFill>
                    <a:schemeClr val="bg1"/>
                  </a:solidFill>
                  <a:effectLst>
                    <a:innerShdw blurRad="127000">
                      <a:schemeClr val="bg1">
                        <a:lumMod val="50000"/>
                        <a:alpha val="85000"/>
                      </a:schemeClr>
                    </a:inn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598068" y="846000"/>
                <a:ext cx="1393162" cy="139316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>
                <a:outerShdw blurRad="101600" dist="38100" dir="5400000" algn="t" rotWithShape="0">
                  <a:srgbClr val="00B0F0">
                    <a:alpha val="40000"/>
                  </a:srgb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algn="ctr"/>
                <a:endParaRPr lang="zh-CN" altLang="en-US" sz="5400" b="1" dirty="0">
                  <a:solidFill>
                    <a:schemeClr val="bg1"/>
                  </a:solidFill>
                  <a:effectLst>
                    <a:innerShdw blurRad="127000">
                      <a:schemeClr val="bg1">
                        <a:lumMod val="50000"/>
                        <a:alpha val="85000"/>
                      </a:schemeClr>
                    </a:innerShdw>
                  </a:effectLst>
                  <a:cs typeface="+mn-ea"/>
                  <a:sym typeface="+mn-lt"/>
                </a:endParaRPr>
              </a:p>
            </p:txBody>
          </p:sp>
        </p:grp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958503" y="2016667"/>
            <a:ext cx="2634359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9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604822" y="2862514"/>
            <a:ext cx="3251421" cy="251631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6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8748394" y="2016667"/>
            <a:ext cx="2634359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33A0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7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8385229" y="2862514"/>
            <a:ext cx="3251421" cy="251631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2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4855647" y="2016667"/>
            <a:ext cx="2634359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3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4472578" y="2862514"/>
            <a:ext cx="3251421" cy="251631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3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4" name="矩形 23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5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排版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825501" y="1988593"/>
            <a:ext cx="5048944" cy="1440407"/>
            <a:chOff x="825501" y="2236287"/>
            <a:chExt cx="5048944" cy="1440407"/>
          </a:xfrm>
          <a:effectLst>
            <a:outerShdw blurRad="127000" sx="104000" sy="104000" algn="ctr" rotWithShape="0">
              <a:prstClr val="black">
                <a:alpha val="10000"/>
              </a:prstClr>
            </a:outerShdw>
          </a:effectLst>
        </p:grpSpPr>
        <p:sp>
          <p:nvSpPr>
            <p:cNvPr id="2" name="矩形 1"/>
            <p:cNvSpPr>
              <a:spLocks noChangeAspect="1"/>
            </p:cNvSpPr>
            <p:nvPr userDrawn="1"/>
          </p:nvSpPr>
          <p:spPr>
            <a:xfrm>
              <a:off x="825501" y="2236694"/>
              <a:ext cx="1440000" cy="1440000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6" name="矩形 5"/>
            <p:cNvSpPr/>
            <p:nvPr userDrawn="1"/>
          </p:nvSpPr>
          <p:spPr>
            <a:xfrm>
              <a:off x="5838445" y="2236287"/>
              <a:ext cx="36000" cy="1440000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7" name="矩形 6"/>
            <p:cNvSpPr>
              <a:spLocks noChangeAspect="1"/>
            </p:cNvSpPr>
            <p:nvPr userDrawn="1"/>
          </p:nvSpPr>
          <p:spPr>
            <a:xfrm>
              <a:off x="2265501" y="2236694"/>
              <a:ext cx="3572944" cy="144000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6334204" y="1988593"/>
            <a:ext cx="5048944" cy="1440407"/>
            <a:chOff x="825501" y="2236287"/>
            <a:chExt cx="5048944" cy="1440407"/>
          </a:xfrm>
          <a:effectLst>
            <a:outerShdw blurRad="127000" sx="104000" sy="104000" algn="ctr" rotWithShape="0">
              <a:prstClr val="black">
                <a:alpha val="10000"/>
              </a:prstClr>
            </a:outerShdw>
          </a:effectLst>
        </p:grpSpPr>
        <p:sp>
          <p:nvSpPr>
            <p:cNvPr id="18" name="矩形 17"/>
            <p:cNvSpPr>
              <a:spLocks noChangeAspect="1"/>
            </p:cNvSpPr>
            <p:nvPr userDrawn="1"/>
          </p:nvSpPr>
          <p:spPr>
            <a:xfrm>
              <a:off x="825501" y="2236694"/>
              <a:ext cx="1440000" cy="1440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5838445" y="2236287"/>
              <a:ext cx="36000" cy="1440000"/>
            </a:xfrm>
            <a:prstGeom prst="rect">
              <a:avLst/>
            </a:prstGeom>
            <a:solidFill>
              <a:srgbClr val="0F184B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20" name="矩形 19"/>
            <p:cNvSpPr>
              <a:spLocks noChangeAspect="1"/>
            </p:cNvSpPr>
            <p:nvPr userDrawn="1"/>
          </p:nvSpPr>
          <p:spPr>
            <a:xfrm>
              <a:off x="2265501" y="2236694"/>
              <a:ext cx="3572944" cy="144000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25501" y="3939273"/>
            <a:ext cx="5048944" cy="1440407"/>
            <a:chOff x="825501" y="2236287"/>
            <a:chExt cx="5048944" cy="1440407"/>
          </a:xfrm>
          <a:effectLst>
            <a:outerShdw blurRad="127000" sx="104000" sy="104000" algn="ctr" rotWithShape="0">
              <a:prstClr val="black">
                <a:alpha val="10000"/>
              </a:prstClr>
            </a:outerShdw>
          </a:effectLst>
        </p:grpSpPr>
        <p:sp>
          <p:nvSpPr>
            <p:cNvPr id="22" name="矩形 21"/>
            <p:cNvSpPr>
              <a:spLocks noChangeAspect="1"/>
            </p:cNvSpPr>
            <p:nvPr userDrawn="1"/>
          </p:nvSpPr>
          <p:spPr>
            <a:xfrm>
              <a:off x="825501" y="2236694"/>
              <a:ext cx="1440000" cy="1440000"/>
            </a:xfrm>
            <a:prstGeom prst="rect">
              <a:avLst/>
            </a:prstGeom>
            <a:solidFill>
              <a:srgbClr val="00219D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5838445" y="2236287"/>
              <a:ext cx="36000" cy="1440000"/>
            </a:xfrm>
            <a:prstGeom prst="rect">
              <a:avLst/>
            </a:prstGeom>
            <a:solidFill>
              <a:srgbClr val="00219D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24" name="矩形 23"/>
            <p:cNvSpPr>
              <a:spLocks noChangeAspect="1"/>
            </p:cNvSpPr>
            <p:nvPr userDrawn="1"/>
          </p:nvSpPr>
          <p:spPr>
            <a:xfrm>
              <a:off x="2265501" y="2236694"/>
              <a:ext cx="3572944" cy="144000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</p:grpSp>
      <p:grpSp>
        <p:nvGrpSpPr>
          <p:cNvPr id="25" name="组合 24"/>
          <p:cNvGrpSpPr/>
          <p:nvPr userDrawn="1"/>
        </p:nvGrpSpPr>
        <p:grpSpPr>
          <a:xfrm>
            <a:off x="6334204" y="3939273"/>
            <a:ext cx="5048944" cy="1440407"/>
            <a:chOff x="825501" y="2236287"/>
            <a:chExt cx="5048944" cy="1440407"/>
          </a:xfrm>
          <a:effectLst>
            <a:outerShdw blurRad="127000" sx="104000" sy="104000" algn="ctr" rotWithShape="0">
              <a:prstClr val="black">
                <a:alpha val="10000"/>
              </a:prstClr>
            </a:outerShdw>
          </a:effectLst>
        </p:grpSpPr>
        <p:sp>
          <p:nvSpPr>
            <p:cNvPr id="26" name="矩形 25"/>
            <p:cNvSpPr>
              <a:spLocks noChangeAspect="1"/>
            </p:cNvSpPr>
            <p:nvPr userDrawn="1"/>
          </p:nvSpPr>
          <p:spPr>
            <a:xfrm>
              <a:off x="825501" y="2236694"/>
              <a:ext cx="1440000" cy="1440000"/>
            </a:xfrm>
            <a:prstGeom prst="rect">
              <a:avLst/>
            </a:prstGeom>
            <a:solidFill>
              <a:srgbClr val="3171F4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27" name="矩形 26"/>
            <p:cNvSpPr/>
            <p:nvPr userDrawn="1"/>
          </p:nvSpPr>
          <p:spPr>
            <a:xfrm>
              <a:off x="5838445" y="2236287"/>
              <a:ext cx="36000" cy="1440000"/>
            </a:xfrm>
            <a:prstGeom prst="rect">
              <a:avLst/>
            </a:prstGeom>
            <a:solidFill>
              <a:srgbClr val="3171F4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28" name="矩形 27"/>
            <p:cNvSpPr>
              <a:spLocks noChangeAspect="1"/>
            </p:cNvSpPr>
            <p:nvPr userDrawn="1"/>
          </p:nvSpPr>
          <p:spPr>
            <a:xfrm>
              <a:off x="2265501" y="2236694"/>
              <a:ext cx="3572944" cy="144000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 panose="02010600030101010101" charset="-122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825500" y="2361423"/>
            <a:ext cx="1439863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9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2443024" y="1966433"/>
            <a:ext cx="3251421" cy="146216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0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6311900" y="2361423"/>
            <a:ext cx="1439863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29424" y="1966433"/>
            <a:ext cx="3251421" cy="146216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6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2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825500" y="4324693"/>
            <a:ext cx="1439863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2443024" y="3929703"/>
            <a:ext cx="3251421" cy="146216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>
            <p:ph type="body" sz="quarter" idx="16"/>
          </p:nvPr>
        </p:nvSpPr>
        <p:spPr>
          <a:xfrm>
            <a:off x="6311900" y="4324693"/>
            <a:ext cx="1439863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5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7929424" y="3929703"/>
            <a:ext cx="3251421" cy="146216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6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37" name="矩形 36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8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并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11" name="矩形 10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-237563" y="3092457"/>
            <a:ext cx="13627100" cy="675858"/>
            <a:chOff x="-25400" y="1749823"/>
            <a:chExt cx="13627100" cy="1273601"/>
          </a:xfrm>
        </p:grpSpPr>
        <p:sp>
          <p:nvSpPr>
            <p:cNvPr id="26" name="任意多边形: 形状 45"/>
            <p:cNvSpPr/>
            <p:nvPr/>
          </p:nvSpPr>
          <p:spPr>
            <a:xfrm>
              <a:off x="-25400" y="1968379"/>
              <a:ext cx="13627100" cy="1055045"/>
            </a:xfrm>
            <a:custGeom>
              <a:avLst/>
              <a:gdLst>
                <a:gd name="connsiteX0" fmla="*/ 0 w 13627100"/>
                <a:gd name="connsiteY0" fmla="*/ 508121 h 1055045"/>
                <a:gd name="connsiteX1" fmla="*/ 1752600 w 13627100"/>
                <a:gd name="connsiteY1" fmla="*/ 38221 h 1055045"/>
                <a:gd name="connsiteX2" fmla="*/ 4800600 w 13627100"/>
                <a:gd name="connsiteY2" fmla="*/ 978021 h 1055045"/>
                <a:gd name="connsiteX3" fmla="*/ 8343900 w 13627100"/>
                <a:gd name="connsiteY3" fmla="*/ 121 h 1055045"/>
                <a:gd name="connsiteX4" fmla="*/ 11417300 w 13627100"/>
                <a:gd name="connsiteY4" fmla="*/ 1054221 h 1055045"/>
                <a:gd name="connsiteX5" fmla="*/ 13627100 w 13627100"/>
                <a:gd name="connsiteY5" fmla="*/ 190621 h 1055045"/>
                <a:gd name="connsiteX6" fmla="*/ 13627100 w 13627100"/>
                <a:gd name="connsiteY6" fmla="*/ 190621 h 105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27100" h="1055045">
                  <a:moveTo>
                    <a:pt x="0" y="508121"/>
                  </a:moveTo>
                  <a:cubicBezTo>
                    <a:pt x="476250" y="234012"/>
                    <a:pt x="952500" y="-40096"/>
                    <a:pt x="1752600" y="38221"/>
                  </a:cubicBezTo>
                  <a:cubicBezTo>
                    <a:pt x="2552700" y="116538"/>
                    <a:pt x="3702050" y="984371"/>
                    <a:pt x="4800600" y="978021"/>
                  </a:cubicBezTo>
                  <a:cubicBezTo>
                    <a:pt x="5899150" y="971671"/>
                    <a:pt x="7241117" y="-12579"/>
                    <a:pt x="8343900" y="121"/>
                  </a:cubicBezTo>
                  <a:cubicBezTo>
                    <a:pt x="9446683" y="12821"/>
                    <a:pt x="10536767" y="1022471"/>
                    <a:pt x="11417300" y="1054221"/>
                  </a:cubicBezTo>
                  <a:cubicBezTo>
                    <a:pt x="12297833" y="1085971"/>
                    <a:pt x="13627100" y="190621"/>
                    <a:pt x="13627100" y="190621"/>
                  </a:cubicBezTo>
                  <a:lnTo>
                    <a:pt x="13627100" y="190621"/>
                  </a:lnTo>
                </a:path>
              </a:pathLst>
            </a:custGeom>
            <a:noFill/>
            <a:ln w="12700">
              <a:gradFill>
                <a:gsLst>
                  <a:gs pos="1000">
                    <a:srgbClr val="00219D">
                      <a:alpha val="20000"/>
                    </a:srgbClr>
                  </a:gs>
                  <a:gs pos="100000">
                    <a:srgbClr val="C51F19">
                      <a:alpha val="20000"/>
                    </a:srgb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任意多边形: 形状 46"/>
            <p:cNvSpPr/>
            <p:nvPr/>
          </p:nvSpPr>
          <p:spPr>
            <a:xfrm flipH="1">
              <a:off x="-25400" y="1824773"/>
              <a:ext cx="13627100" cy="1055045"/>
            </a:xfrm>
            <a:custGeom>
              <a:avLst/>
              <a:gdLst>
                <a:gd name="connsiteX0" fmla="*/ 0 w 13627100"/>
                <a:gd name="connsiteY0" fmla="*/ 508121 h 1055045"/>
                <a:gd name="connsiteX1" fmla="*/ 1752600 w 13627100"/>
                <a:gd name="connsiteY1" fmla="*/ 38221 h 1055045"/>
                <a:gd name="connsiteX2" fmla="*/ 4800600 w 13627100"/>
                <a:gd name="connsiteY2" fmla="*/ 978021 h 1055045"/>
                <a:gd name="connsiteX3" fmla="*/ 8343900 w 13627100"/>
                <a:gd name="connsiteY3" fmla="*/ 121 h 1055045"/>
                <a:gd name="connsiteX4" fmla="*/ 11417300 w 13627100"/>
                <a:gd name="connsiteY4" fmla="*/ 1054221 h 1055045"/>
                <a:gd name="connsiteX5" fmla="*/ 13627100 w 13627100"/>
                <a:gd name="connsiteY5" fmla="*/ 190621 h 1055045"/>
                <a:gd name="connsiteX6" fmla="*/ 13627100 w 13627100"/>
                <a:gd name="connsiteY6" fmla="*/ 190621 h 105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27100" h="1055045">
                  <a:moveTo>
                    <a:pt x="0" y="508121"/>
                  </a:moveTo>
                  <a:cubicBezTo>
                    <a:pt x="476250" y="234012"/>
                    <a:pt x="952500" y="-40096"/>
                    <a:pt x="1752600" y="38221"/>
                  </a:cubicBezTo>
                  <a:cubicBezTo>
                    <a:pt x="2552700" y="116538"/>
                    <a:pt x="3702050" y="984371"/>
                    <a:pt x="4800600" y="978021"/>
                  </a:cubicBezTo>
                  <a:cubicBezTo>
                    <a:pt x="5899150" y="971671"/>
                    <a:pt x="7241117" y="-12579"/>
                    <a:pt x="8343900" y="121"/>
                  </a:cubicBezTo>
                  <a:cubicBezTo>
                    <a:pt x="9446683" y="12821"/>
                    <a:pt x="10536767" y="1022471"/>
                    <a:pt x="11417300" y="1054221"/>
                  </a:cubicBezTo>
                  <a:cubicBezTo>
                    <a:pt x="12297833" y="1085971"/>
                    <a:pt x="13627100" y="190621"/>
                    <a:pt x="13627100" y="190621"/>
                  </a:cubicBezTo>
                  <a:lnTo>
                    <a:pt x="13627100" y="190621"/>
                  </a:lnTo>
                </a:path>
              </a:pathLst>
            </a:custGeom>
            <a:noFill/>
            <a:ln w="12700">
              <a:gradFill>
                <a:gsLst>
                  <a:gs pos="1000">
                    <a:srgbClr val="00219D">
                      <a:alpha val="20000"/>
                    </a:srgbClr>
                  </a:gs>
                  <a:gs pos="100000">
                    <a:srgbClr val="C51F19">
                      <a:alpha val="20000"/>
                    </a:srgb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任意多边形: 形状 47"/>
            <p:cNvSpPr/>
            <p:nvPr/>
          </p:nvSpPr>
          <p:spPr>
            <a:xfrm>
              <a:off x="-25400" y="1749823"/>
              <a:ext cx="13627100" cy="1055045"/>
            </a:xfrm>
            <a:custGeom>
              <a:avLst/>
              <a:gdLst>
                <a:gd name="connsiteX0" fmla="*/ 0 w 13627100"/>
                <a:gd name="connsiteY0" fmla="*/ 508121 h 1055045"/>
                <a:gd name="connsiteX1" fmla="*/ 1752600 w 13627100"/>
                <a:gd name="connsiteY1" fmla="*/ 38221 h 1055045"/>
                <a:gd name="connsiteX2" fmla="*/ 4800600 w 13627100"/>
                <a:gd name="connsiteY2" fmla="*/ 978021 h 1055045"/>
                <a:gd name="connsiteX3" fmla="*/ 8343900 w 13627100"/>
                <a:gd name="connsiteY3" fmla="*/ 121 h 1055045"/>
                <a:gd name="connsiteX4" fmla="*/ 11417300 w 13627100"/>
                <a:gd name="connsiteY4" fmla="*/ 1054221 h 1055045"/>
                <a:gd name="connsiteX5" fmla="*/ 13627100 w 13627100"/>
                <a:gd name="connsiteY5" fmla="*/ 190621 h 1055045"/>
                <a:gd name="connsiteX6" fmla="*/ 13627100 w 13627100"/>
                <a:gd name="connsiteY6" fmla="*/ 190621 h 105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27100" h="1055045">
                  <a:moveTo>
                    <a:pt x="0" y="508121"/>
                  </a:moveTo>
                  <a:cubicBezTo>
                    <a:pt x="476250" y="234012"/>
                    <a:pt x="952500" y="-40096"/>
                    <a:pt x="1752600" y="38221"/>
                  </a:cubicBezTo>
                  <a:cubicBezTo>
                    <a:pt x="2552700" y="116538"/>
                    <a:pt x="3702050" y="984371"/>
                    <a:pt x="4800600" y="978021"/>
                  </a:cubicBezTo>
                  <a:cubicBezTo>
                    <a:pt x="5899150" y="971671"/>
                    <a:pt x="7241117" y="-12579"/>
                    <a:pt x="8343900" y="121"/>
                  </a:cubicBezTo>
                  <a:cubicBezTo>
                    <a:pt x="9446683" y="12821"/>
                    <a:pt x="10536767" y="1022471"/>
                    <a:pt x="11417300" y="1054221"/>
                  </a:cubicBezTo>
                  <a:cubicBezTo>
                    <a:pt x="12297833" y="1085971"/>
                    <a:pt x="13627100" y="190621"/>
                    <a:pt x="13627100" y="190621"/>
                  </a:cubicBezTo>
                  <a:lnTo>
                    <a:pt x="13627100" y="190621"/>
                  </a:lnTo>
                </a:path>
              </a:pathLst>
            </a:custGeom>
            <a:noFill/>
            <a:ln w="12700">
              <a:gradFill>
                <a:gsLst>
                  <a:gs pos="1000">
                    <a:srgbClr val="00219D">
                      <a:alpha val="20000"/>
                    </a:srgbClr>
                  </a:gs>
                  <a:gs pos="100000">
                    <a:srgbClr val="C51F19">
                      <a:alpha val="20000"/>
                    </a:srgb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任意多边形: 形状 48"/>
            <p:cNvSpPr/>
            <p:nvPr/>
          </p:nvSpPr>
          <p:spPr>
            <a:xfrm flipH="1">
              <a:off x="-25400" y="1968378"/>
              <a:ext cx="13627100" cy="1055045"/>
            </a:xfrm>
            <a:custGeom>
              <a:avLst/>
              <a:gdLst>
                <a:gd name="connsiteX0" fmla="*/ 0 w 13627100"/>
                <a:gd name="connsiteY0" fmla="*/ 508121 h 1055045"/>
                <a:gd name="connsiteX1" fmla="*/ 1752600 w 13627100"/>
                <a:gd name="connsiteY1" fmla="*/ 38221 h 1055045"/>
                <a:gd name="connsiteX2" fmla="*/ 4800600 w 13627100"/>
                <a:gd name="connsiteY2" fmla="*/ 978021 h 1055045"/>
                <a:gd name="connsiteX3" fmla="*/ 8343900 w 13627100"/>
                <a:gd name="connsiteY3" fmla="*/ 121 h 1055045"/>
                <a:gd name="connsiteX4" fmla="*/ 11417300 w 13627100"/>
                <a:gd name="connsiteY4" fmla="*/ 1054221 h 1055045"/>
                <a:gd name="connsiteX5" fmla="*/ 13627100 w 13627100"/>
                <a:gd name="connsiteY5" fmla="*/ 190621 h 1055045"/>
                <a:gd name="connsiteX6" fmla="*/ 13627100 w 13627100"/>
                <a:gd name="connsiteY6" fmla="*/ 190621 h 105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27100" h="1055045">
                  <a:moveTo>
                    <a:pt x="0" y="508121"/>
                  </a:moveTo>
                  <a:cubicBezTo>
                    <a:pt x="476250" y="234012"/>
                    <a:pt x="952500" y="-40096"/>
                    <a:pt x="1752600" y="38221"/>
                  </a:cubicBezTo>
                  <a:cubicBezTo>
                    <a:pt x="2552700" y="116538"/>
                    <a:pt x="3702050" y="984371"/>
                    <a:pt x="4800600" y="978021"/>
                  </a:cubicBezTo>
                  <a:cubicBezTo>
                    <a:pt x="5899150" y="971671"/>
                    <a:pt x="7241117" y="-12579"/>
                    <a:pt x="8343900" y="121"/>
                  </a:cubicBezTo>
                  <a:cubicBezTo>
                    <a:pt x="9446683" y="12821"/>
                    <a:pt x="10536767" y="1022471"/>
                    <a:pt x="11417300" y="1054221"/>
                  </a:cubicBezTo>
                  <a:cubicBezTo>
                    <a:pt x="12297833" y="1085971"/>
                    <a:pt x="13627100" y="190621"/>
                    <a:pt x="13627100" y="190621"/>
                  </a:cubicBezTo>
                  <a:lnTo>
                    <a:pt x="13627100" y="190621"/>
                  </a:lnTo>
                </a:path>
              </a:pathLst>
            </a:custGeom>
            <a:noFill/>
            <a:ln w="12700">
              <a:gradFill>
                <a:gsLst>
                  <a:gs pos="1000">
                    <a:srgbClr val="00219D">
                      <a:alpha val="20000"/>
                    </a:srgbClr>
                  </a:gs>
                  <a:gs pos="100000">
                    <a:srgbClr val="C51F19">
                      <a:alpha val="20000"/>
                    </a:srgb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4"/>
          <p:cNvGrpSpPr/>
          <p:nvPr userDrawn="1"/>
        </p:nvGrpSpPr>
        <p:grpSpPr>
          <a:xfrm>
            <a:off x="881063" y="1536700"/>
            <a:ext cx="10429875" cy="4087813"/>
            <a:chOff x="1009284" y="2133600"/>
            <a:chExt cx="10428398" cy="4088037"/>
          </a:xfrm>
        </p:grpSpPr>
        <p:grpSp>
          <p:nvGrpSpPr>
            <p:cNvPr id="31" name="组合 23"/>
            <p:cNvGrpSpPr/>
            <p:nvPr/>
          </p:nvGrpSpPr>
          <p:grpSpPr>
            <a:xfrm>
              <a:off x="3657884" y="2133600"/>
              <a:ext cx="2482598" cy="4088037"/>
              <a:chOff x="3671281" y="2133600"/>
              <a:chExt cx="2482598" cy="4088037"/>
            </a:xfrm>
          </p:grpSpPr>
          <p:sp>
            <p:nvSpPr>
              <p:cNvPr id="60" name="任意多边形: 形状 60"/>
              <p:cNvSpPr/>
              <p:nvPr/>
            </p:nvSpPr>
            <p:spPr>
              <a:xfrm>
                <a:off x="3671281" y="2133600"/>
                <a:ext cx="2482598" cy="3509266"/>
              </a:xfrm>
              <a:custGeom>
                <a:avLst/>
                <a:gdLst>
                  <a:gd name="connsiteX0" fmla="*/ 129293 w 2775129"/>
                  <a:gd name="connsiteY0" fmla="*/ 0 h 3550517"/>
                  <a:gd name="connsiteX1" fmla="*/ 2645836 w 2775129"/>
                  <a:gd name="connsiteY1" fmla="*/ 0 h 3550517"/>
                  <a:gd name="connsiteX2" fmla="*/ 2775129 w 2775129"/>
                  <a:gd name="connsiteY2" fmla="*/ 129293 h 3550517"/>
                  <a:gd name="connsiteX3" fmla="*/ 2775129 w 2775129"/>
                  <a:gd name="connsiteY3" fmla="*/ 3177236 h 3550517"/>
                  <a:gd name="connsiteX4" fmla="*/ 2645836 w 2775129"/>
                  <a:gd name="connsiteY4" fmla="*/ 3306529 h 3550517"/>
                  <a:gd name="connsiteX5" fmla="*/ 2464327 w 2775129"/>
                  <a:gd name="connsiteY5" fmla="*/ 3306529 h 3550517"/>
                  <a:gd name="connsiteX6" fmla="*/ 2464370 w 2775129"/>
                  <a:gd name="connsiteY6" fmla="*/ 3306954 h 3550517"/>
                  <a:gd name="connsiteX7" fmla="*/ 2560625 w 2775129"/>
                  <a:gd name="connsiteY7" fmla="*/ 3306954 h 3550517"/>
                  <a:gd name="connsiteX8" fmla="*/ 2458233 w 2775129"/>
                  <a:gd name="connsiteY8" fmla="*/ 3372516 h 3550517"/>
                  <a:gd name="connsiteX9" fmla="*/ 2457268 w 2775129"/>
                  <a:gd name="connsiteY9" fmla="*/ 3377132 h 3550517"/>
                  <a:gd name="connsiteX10" fmla="*/ 2457268 w 2775129"/>
                  <a:gd name="connsiteY10" fmla="*/ 3363777 h 3550517"/>
                  <a:gd name="connsiteX11" fmla="*/ 2445350 w 2775129"/>
                  <a:gd name="connsiteY11" fmla="*/ 3402172 h 3550517"/>
                  <a:gd name="connsiteX12" fmla="*/ 2221549 w 2775129"/>
                  <a:gd name="connsiteY12" fmla="*/ 3550517 h 3550517"/>
                  <a:gd name="connsiteX13" fmla="*/ 553579 w 2775129"/>
                  <a:gd name="connsiteY13" fmla="*/ 3550516 h 3550517"/>
                  <a:gd name="connsiteX14" fmla="*/ 345855 w 2775129"/>
                  <a:gd name="connsiteY14" fmla="*/ 3433575 h 3550517"/>
                  <a:gd name="connsiteX15" fmla="*/ 317860 w 2775129"/>
                  <a:gd name="connsiteY15" fmla="*/ 3362269 h 3550517"/>
                  <a:gd name="connsiteX16" fmla="*/ 317860 w 2775129"/>
                  <a:gd name="connsiteY16" fmla="*/ 3377132 h 3550517"/>
                  <a:gd name="connsiteX17" fmla="*/ 316895 w 2775129"/>
                  <a:gd name="connsiteY17" fmla="*/ 3372516 h 3550517"/>
                  <a:gd name="connsiteX18" fmla="*/ 214503 w 2775129"/>
                  <a:gd name="connsiteY18" fmla="*/ 3306954 h 3550517"/>
                  <a:gd name="connsiteX19" fmla="*/ 310759 w 2775129"/>
                  <a:gd name="connsiteY19" fmla="*/ 3306954 h 3550517"/>
                  <a:gd name="connsiteX20" fmla="*/ 310802 w 2775129"/>
                  <a:gd name="connsiteY20" fmla="*/ 3306529 h 3550517"/>
                  <a:gd name="connsiteX21" fmla="*/ 129293 w 2775129"/>
                  <a:gd name="connsiteY21" fmla="*/ 3306529 h 3550517"/>
                  <a:gd name="connsiteX22" fmla="*/ 0 w 2775129"/>
                  <a:gd name="connsiteY22" fmla="*/ 3177236 h 3550517"/>
                  <a:gd name="connsiteX23" fmla="*/ 0 w 2775129"/>
                  <a:gd name="connsiteY23" fmla="*/ 129293 h 3550517"/>
                  <a:gd name="connsiteX24" fmla="*/ 129293 w 2775129"/>
                  <a:gd name="connsiteY24" fmla="*/ 0 h 3550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775129" h="3550517">
                    <a:moveTo>
                      <a:pt x="129293" y="0"/>
                    </a:moveTo>
                    <a:lnTo>
                      <a:pt x="2645836" y="0"/>
                    </a:lnTo>
                    <a:cubicBezTo>
                      <a:pt x="2717243" y="0"/>
                      <a:pt x="2775129" y="57886"/>
                      <a:pt x="2775129" y="129293"/>
                    </a:cubicBezTo>
                    <a:lnTo>
                      <a:pt x="2775129" y="3177236"/>
                    </a:lnTo>
                    <a:cubicBezTo>
                      <a:pt x="2775129" y="3248643"/>
                      <a:pt x="2717243" y="3306529"/>
                      <a:pt x="2645836" y="3306529"/>
                    </a:cubicBezTo>
                    <a:lnTo>
                      <a:pt x="2464327" y="3306529"/>
                    </a:lnTo>
                    <a:lnTo>
                      <a:pt x="2464370" y="3306954"/>
                    </a:lnTo>
                    <a:lnTo>
                      <a:pt x="2560625" y="3306954"/>
                    </a:lnTo>
                    <a:cubicBezTo>
                      <a:pt x="2514595" y="3306954"/>
                      <a:pt x="2475102" y="3333988"/>
                      <a:pt x="2458233" y="3372516"/>
                    </a:cubicBezTo>
                    <a:lnTo>
                      <a:pt x="2457268" y="3377132"/>
                    </a:lnTo>
                    <a:lnTo>
                      <a:pt x="2457268" y="3363777"/>
                    </a:lnTo>
                    <a:lnTo>
                      <a:pt x="2445350" y="3402172"/>
                    </a:lnTo>
                    <a:cubicBezTo>
                      <a:pt x="2408477" y="3489348"/>
                      <a:pt x="2322156" y="3550517"/>
                      <a:pt x="2221549" y="3550517"/>
                    </a:cubicBezTo>
                    <a:lnTo>
                      <a:pt x="553579" y="3550516"/>
                    </a:lnTo>
                    <a:cubicBezTo>
                      <a:pt x="465548" y="3550516"/>
                      <a:pt x="388454" y="3503684"/>
                      <a:pt x="345855" y="3433575"/>
                    </a:cubicBezTo>
                    <a:lnTo>
                      <a:pt x="317860" y="3362269"/>
                    </a:lnTo>
                    <a:lnTo>
                      <a:pt x="317860" y="3377132"/>
                    </a:lnTo>
                    <a:lnTo>
                      <a:pt x="316895" y="3372516"/>
                    </a:lnTo>
                    <a:cubicBezTo>
                      <a:pt x="300026" y="3333988"/>
                      <a:pt x="260533" y="3306954"/>
                      <a:pt x="214503" y="3306954"/>
                    </a:cubicBezTo>
                    <a:lnTo>
                      <a:pt x="310759" y="3306954"/>
                    </a:lnTo>
                    <a:lnTo>
                      <a:pt x="310802" y="3306529"/>
                    </a:lnTo>
                    <a:lnTo>
                      <a:pt x="129293" y="3306529"/>
                    </a:lnTo>
                    <a:cubicBezTo>
                      <a:pt x="57886" y="3306529"/>
                      <a:pt x="0" y="3248643"/>
                      <a:pt x="0" y="3177236"/>
                    </a:cubicBezTo>
                    <a:lnTo>
                      <a:pt x="0" y="129293"/>
                    </a:lnTo>
                    <a:cubicBezTo>
                      <a:pt x="0" y="57886"/>
                      <a:pt x="57886" y="0"/>
                      <a:pt x="12929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190500" dist="63500" dir="5400000" algn="ctr" rotWithShape="0">
                  <a:srgbClr val="00219D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fontAlgn="auto"/>
                <a:endParaRPr lang="zh-CN" altLang="en-US" strike="noStrike" noProof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1" name="矩形: 圆角 61"/>
              <p:cNvSpPr/>
              <p:nvPr/>
            </p:nvSpPr>
            <p:spPr>
              <a:xfrm>
                <a:off x="3749140" y="2207635"/>
                <a:ext cx="2326881" cy="3110918"/>
              </a:xfrm>
              <a:prstGeom prst="roundRect">
                <a:avLst>
                  <a:gd name="adj" fmla="val 6454"/>
                </a:avLst>
              </a:prstGeom>
              <a:noFill/>
              <a:ln>
                <a:solidFill>
                  <a:srgbClr val="3171F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2" name="矩形: 圆角 62"/>
              <p:cNvSpPr/>
              <p:nvPr/>
            </p:nvSpPr>
            <p:spPr>
              <a:xfrm>
                <a:off x="4109975" y="5116855"/>
                <a:ext cx="1605210" cy="415015"/>
              </a:xfrm>
              <a:prstGeom prst="roundRect">
                <a:avLst>
                  <a:gd name="adj" fmla="val 50000"/>
                </a:avLst>
              </a:prstGeom>
              <a:solidFill>
                <a:srgbClr val="3171F4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4050459" y="5921740"/>
                <a:ext cx="1724242" cy="299897"/>
              </a:xfrm>
              <a:prstGeom prst="ellipse">
                <a:avLst/>
              </a:prstGeom>
              <a:solidFill>
                <a:srgbClr val="3271F5">
                  <a:alpha val="10000"/>
                </a:srgbClr>
              </a:solidFill>
              <a:ln>
                <a:noFill/>
              </a:ln>
              <a:effectLst>
                <a:softEdge rad="1016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组合 21"/>
            <p:cNvGrpSpPr/>
            <p:nvPr/>
          </p:nvGrpSpPr>
          <p:grpSpPr>
            <a:xfrm>
              <a:off x="1009284" y="2133600"/>
              <a:ext cx="2482598" cy="4088037"/>
              <a:chOff x="1009284" y="2133600"/>
              <a:chExt cx="2482598" cy="4088037"/>
            </a:xfrm>
          </p:grpSpPr>
          <p:grpSp>
            <p:nvGrpSpPr>
              <p:cNvPr id="53" name="组合 20"/>
              <p:cNvGrpSpPr/>
              <p:nvPr/>
            </p:nvGrpSpPr>
            <p:grpSpPr>
              <a:xfrm>
                <a:off x="1009284" y="2133600"/>
                <a:ext cx="2482598" cy="3509266"/>
                <a:chOff x="1009284" y="2133600"/>
                <a:chExt cx="2482598" cy="3509266"/>
              </a:xfrm>
            </p:grpSpPr>
            <p:sp>
              <p:nvSpPr>
                <p:cNvPr id="55" name="任意多边形: 形状 50"/>
                <p:cNvSpPr/>
                <p:nvPr/>
              </p:nvSpPr>
              <p:spPr>
                <a:xfrm>
                  <a:off x="1009284" y="2133600"/>
                  <a:ext cx="2482598" cy="3509266"/>
                </a:xfrm>
                <a:custGeom>
                  <a:avLst/>
                  <a:gdLst>
                    <a:gd name="connsiteX0" fmla="*/ 129293 w 2775129"/>
                    <a:gd name="connsiteY0" fmla="*/ 0 h 3550517"/>
                    <a:gd name="connsiteX1" fmla="*/ 2645836 w 2775129"/>
                    <a:gd name="connsiteY1" fmla="*/ 0 h 3550517"/>
                    <a:gd name="connsiteX2" fmla="*/ 2775129 w 2775129"/>
                    <a:gd name="connsiteY2" fmla="*/ 129293 h 3550517"/>
                    <a:gd name="connsiteX3" fmla="*/ 2775129 w 2775129"/>
                    <a:gd name="connsiteY3" fmla="*/ 3177236 h 3550517"/>
                    <a:gd name="connsiteX4" fmla="*/ 2645836 w 2775129"/>
                    <a:gd name="connsiteY4" fmla="*/ 3306529 h 3550517"/>
                    <a:gd name="connsiteX5" fmla="*/ 2464327 w 2775129"/>
                    <a:gd name="connsiteY5" fmla="*/ 3306529 h 3550517"/>
                    <a:gd name="connsiteX6" fmla="*/ 2464370 w 2775129"/>
                    <a:gd name="connsiteY6" fmla="*/ 3306954 h 3550517"/>
                    <a:gd name="connsiteX7" fmla="*/ 2560625 w 2775129"/>
                    <a:gd name="connsiteY7" fmla="*/ 3306954 h 3550517"/>
                    <a:gd name="connsiteX8" fmla="*/ 2458233 w 2775129"/>
                    <a:gd name="connsiteY8" fmla="*/ 3372516 h 3550517"/>
                    <a:gd name="connsiteX9" fmla="*/ 2457268 w 2775129"/>
                    <a:gd name="connsiteY9" fmla="*/ 3377132 h 3550517"/>
                    <a:gd name="connsiteX10" fmla="*/ 2457268 w 2775129"/>
                    <a:gd name="connsiteY10" fmla="*/ 3363777 h 3550517"/>
                    <a:gd name="connsiteX11" fmla="*/ 2445350 w 2775129"/>
                    <a:gd name="connsiteY11" fmla="*/ 3402172 h 3550517"/>
                    <a:gd name="connsiteX12" fmla="*/ 2221549 w 2775129"/>
                    <a:gd name="connsiteY12" fmla="*/ 3550517 h 3550517"/>
                    <a:gd name="connsiteX13" fmla="*/ 553579 w 2775129"/>
                    <a:gd name="connsiteY13" fmla="*/ 3550516 h 3550517"/>
                    <a:gd name="connsiteX14" fmla="*/ 345855 w 2775129"/>
                    <a:gd name="connsiteY14" fmla="*/ 3433575 h 3550517"/>
                    <a:gd name="connsiteX15" fmla="*/ 317860 w 2775129"/>
                    <a:gd name="connsiteY15" fmla="*/ 3362269 h 3550517"/>
                    <a:gd name="connsiteX16" fmla="*/ 317860 w 2775129"/>
                    <a:gd name="connsiteY16" fmla="*/ 3377132 h 3550517"/>
                    <a:gd name="connsiteX17" fmla="*/ 316895 w 2775129"/>
                    <a:gd name="connsiteY17" fmla="*/ 3372516 h 3550517"/>
                    <a:gd name="connsiteX18" fmla="*/ 214503 w 2775129"/>
                    <a:gd name="connsiteY18" fmla="*/ 3306954 h 3550517"/>
                    <a:gd name="connsiteX19" fmla="*/ 310759 w 2775129"/>
                    <a:gd name="connsiteY19" fmla="*/ 3306954 h 3550517"/>
                    <a:gd name="connsiteX20" fmla="*/ 310802 w 2775129"/>
                    <a:gd name="connsiteY20" fmla="*/ 3306529 h 3550517"/>
                    <a:gd name="connsiteX21" fmla="*/ 129293 w 2775129"/>
                    <a:gd name="connsiteY21" fmla="*/ 3306529 h 3550517"/>
                    <a:gd name="connsiteX22" fmla="*/ 0 w 2775129"/>
                    <a:gd name="connsiteY22" fmla="*/ 3177236 h 3550517"/>
                    <a:gd name="connsiteX23" fmla="*/ 0 w 2775129"/>
                    <a:gd name="connsiteY23" fmla="*/ 129293 h 3550517"/>
                    <a:gd name="connsiteX24" fmla="*/ 129293 w 2775129"/>
                    <a:gd name="connsiteY24" fmla="*/ 0 h 35505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775129" h="3550517">
                      <a:moveTo>
                        <a:pt x="129293" y="0"/>
                      </a:moveTo>
                      <a:lnTo>
                        <a:pt x="2645836" y="0"/>
                      </a:lnTo>
                      <a:cubicBezTo>
                        <a:pt x="2717243" y="0"/>
                        <a:pt x="2775129" y="57886"/>
                        <a:pt x="2775129" y="129293"/>
                      </a:cubicBezTo>
                      <a:lnTo>
                        <a:pt x="2775129" y="3177236"/>
                      </a:lnTo>
                      <a:cubicBezTo>
                        <a:pt x="2775129" y="3248643"/>
                        <a:pt x="2717243" y="3306529"/>
                        <a:pt x="2645836" y="3306529"/>
                      </a:cubicBezTo>
                      <a:lnTo>
                        <a:pt x="2464327" y="3306529"/>
                      </a:lnTo>
                      <a:lnTo>
                        <a:pt x="2464370" y="3306954"/>
                      </a:lnTo>
                      <a:lnTo>
                        <a:pt x="2560625" y="3306954"/>
                      </a:lnTo>
                      <a:cubicBezTo>
                        <a:pt x="2514595" y="3306954"/>
                        <a:pt x="2475102" y="3333988"/>
                        <a:pt x="2458233" y="3372516"/>
                      </a:cubicBezTo>
                      <a:lnTo>
                        <a:pt x="2457268" y="3377132"/>
                      </a:lnTo>
                      <a:lnTo>
                        <a:pt x="2457268" y="3363777"/>
                      </a:lnTo>
                      <a:lnTo>
                        <a:pt x="2445350" y="3402172"/>
                      </a:lnTo>
                      <a:cubicBezTo>
                        <a:pt x="2408477" y="3489348"/>
                        <a:pt x="2322156" y="3550517"/>
                        <a:pt x="2221549" y="3550517"/>
                      </a:cubicBezTo>
                      <a:lnTo>
                        <a:pt x="553579" y="3550516"/>
                      </a:lnTo>
                      <a:cubicBezTo>
                        <a:pt x="465548" y="3550516"/>
                        <a:pt x="388454" y="3503684"/>
                        <a:pt x="345855" y="3433575"/>
                      </a:cubicBezTo>
                      <a:lnTo>
                        <a:pt x="317860" y="3362269"/>
                      </a:lnTo>
                      <a:lnTo>
                        <a:pt x="317860" y="3377132"/>
                      </a:lnTo>
                      <a:lnTo>
                        <a:pt x="316895" y="3372516"/>
                      </a:lnTo>
                      <a:cubicBezTo>
                        <a:pt x="300026" y="3333988"/>
                        <a:pt x="260533" y="3306954"/>
                        <a:pt x="214503" y="3306954"/>
                      </a:cubicBezTo>
                      <a:lnTo>
                        <a:pt x="310759" y="3306954"/>
                      </a:lnTo>
                      <a:lnTo>
                        <a:pt x="310802" y="3306529"/>
                      </a:lnTo>
                      <a:lnTo>
                        <a:pt x="129293" y="3306529"/>
                      </a:lnTo>
                      <a:cubicBezTo>
                        <a:pt x="57886" y="3306529"/>
                        <a:pt x="0" y="3248643"/>
                        <a:pt x="0" y="3177236"/>
                      </a:cubicBezTo>
                      <a:lnTo>
                        <a:pt x="0" y="129293"/>
                      </a:lnTo>
                      <a:cubicBezTo>
                        <a:pt x="0" y="57886"/>
                        <a:pt x="57886" y="0"/>
                        <a:pt x="12929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>
                  <a:outerShdw blurRad="190500" dist="63500" dir="5400000" algn="ctr" rotWithShape="0">
                    <a:srgbClr val="00219D">
                      <a:alpha val="2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 fontAlgn="auto"/>
                  <a:endParaRPr lang="zh-CN" altLang="en-US" strike="noStrike" noProof="1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矩形: 圆角 51"/>
                <p:cNvSpPr/>
                <p:nvPr/>
              </p:nvSpPr>
              <p:spPr>
                <a:xfrm>
                  <a:off x="1087143" y="2207635"/>
                  <a:ext cx="2326881" cy="3110918"/>
                </a:xfrm>
                <a:prstGeom prst="roundRect">
                  <a:avLst>
                    <a:gd name="adj" fmla="val 6454"/>
                  </a:avLst>
                </a:prstGeom>
                <a:noFill/>
                <a:ln>
                  <a:solidFill>
                    <a:srgbClr val="00219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/>
                  <a:endParaRPr lang="zh-CN" altLang="en-US" strike="noStrike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矩形: 圆角 52"/>
                <p:cNvSpPr/>
                <p:nvPr/>
              </p:nvSpPr>
              <p:spPr>
                <a:xfrm>
                  <a:off x="1447978" y="5116855"/>
                  <a:ext cx="1605210" cy="41501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219D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kern="0" cap="none" spc="0" normalizeH="0" baseline="0" noProof="1">
                    <a:ln>
                      <a:noFill/>
                    </a:ln>
                    <a:solidFill>
                      <a:schemeClr val="lt1"/>
                    </a:solidFill>
                    <a:effectLst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4" name="椭圆 53"/>
              <p:cNvSpPr/>
              <p:nvPr/>
            </p:nvSpPr>
            <p:spPr>
              <a:xfrm>
                <a:off x="1388462" y="5921740"/>
                <a:ext cx="1724242" cy="299897"/>
              </a:xfrm>
              <a:prstGeom prst="ellipse">
                <a:avLst/>
              </a:prstGeom>
              <a:solidFill>
                <a:srgbClr val="0034A7">
                  <a:alpha val="10000"/>
                </a:srgbClr>
              </a:solidFill>
              <a:ln>
                <a:noFill/>
              </a:ln>
              <a:effectLst>
                <a:softEdge rad="1016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组合 18"/>
            <p:cNvGrpSpPr/>
            <p:nvPr/>
          </p:nvGrpSpPr>
          <p:grpSpPr>
            <a:xfrm>
              <a:off x="6306484" y="2133600"/>
              <a:ext cx="2482598" cy="4088037"/>
              <a:chOff x="6313182" y="2133600"/>
              <a:chExt cx="2482598" cy="4088037"/>
            </a:xfrm>
          </p:grpSpPr>
          <p:sp>
            <p:nvSpPr>
              <p:cNvPr id="47" name="任意多边形: 形状 67"/>
              <p:cNvSpPr/>
              <p:nvPr/>
            </p:nvSpPr>
            <p:spPr>
              <a:xfrm>
                <a:off x="6313182" y="2133600"/>
                <a:ext cx="2482598" cy="3509266"/>
              </a:xfrm>
              <a:custGeom>
                <a:avLst/>
                <a:gdLst>
                  <a:gd name="connsiteX0" fmla="*/ 129293 w 2775129"/>
                  <a:gd name="connsiteY0" fmla="*/ 0 h 3550517"/>
                  <a:gd name="connsiteX1" fmla="*/ 2645836 w 2775129"/>
                  <a:gd name="connsiteY1" fmla="*/ 0 h 3550517"/>
                  <a:gd name="connsiteX2" fmla="*/ 2775129 w 2775129"/>
                  <a:gd name="connsiteY2" fmla="*/ 129293 h 3550517"/>
                  <a:gd name="connsiteX3" fmla="*/ 2775129 w 2775129"/>
                  <a:gd name="connsiteY3" fmla="*/ 3177236 h 3550517"/>
                  <a:gd name="connsiteX4" fmla="*/ 2645836 w 2775129"/>
                  <a:gd name="connsiteY4" fmla="*/ 3306529 h 3550517"/>
                  <a:gd name="connsiteX5" fmla="*/ 2464327 w 2775129"/>
                  <a:gd name="connsiteY5" fmla="*/ 3306529 h 3550517"/>
                  <a:gd name="connsiteX6" fmla="*/ 2464370 w 2775129"/>
                  <a:gd name="connsiteY6" fmla="*/ 3306954 h 3550517"/>
                  <a:gd name="connsiteX7" fmla="*/ 2560625 w 2775129"/>
                  <a:gd name="connsiteY7" fmla="*/ 3306954 h 3550517"/>
                  <a:gd name="connsiteX8" fmla="*/ 2458233 w 2775129"/>
                  <a:gd name="connsiteY8" fmla="*/ 3372516 h 3550517"/>
                  <a:gd name="connsiteX9" fmla="*/ 2457268 w 2775129"/>
                  <a:gd name="connsiteY9" fmla="*/ 3377132 h 3550517"/>
                  <a:gd name="connsiteX10" fmla="*/ 2457268 w 2775129"/>
                  <a:gd name="connsiteY10" fmla="*/ 3363777 h 3550517"/>
                  <a:gd name="connsiteX11" fmla="*/ 2445350 w 2775129"/>
                  <a:gd name="connsiteY11" fmla="*/ 3402172 h 3550517"/>
                  <a:gd name="connsiteX12" fmla="*/ 2221549 w 2775129"/>
                  <a:gd name="connsiteY12" fmla="*/ 3550517 h 3550517"/>
                  <a:gd name="connsiteX13" fmla="*/ 553579 w 2775129"/>
                  <a:gd name="connsiteY13" fmla="*/ 3550516 h 3550517"/>
                  <a:gd name="connsiteX14" fmla="*/ 345855 w 2775129"/>
                  <a:gd name="connsiteY14" fmla="*/ 3433575 h 3550517"/>
                  <a:gd name="connsiteX15" fmla="*/ 317860 w 2775129"/>
                  <a:gd name="connsiteY15" fmla="*/ 3362269 h 3550517"/>
                  <a:gd name="connsiteX16" fmla="*/ 317860 w 2775129"/>
                  <a:gd name="connsiteY16" fmla="*/ 3377132 h 3550517"/>
                  <a:gd name="connsiteX17" fmla="*/ 316895 w 2775129"/>
                  <a:gd name="connsiteY17" fmla="*/ 3372516 h 3550517"/>
                  <a:gd name="connsiteX18" fmla="*/ 214503 w 2775129"/>
                  <a:gd name="connsiteY18" fmla="*/ 3306954 h 3550517"/>
                  <a:gd name="connsiteX19" fmla="*/ 310759 w 2775129"/>
                  <a:gd name="connsiteY19" fmla="*/ 3306954 h 3550517"/>
                  <a:gd name="connsiteX20" fmla="*/ 310802 w 2775129"/>
                  <a:gd name="connsiteY20" fmla="*/ 3306529 h 3550517"/>
                  <a:gd name="connsiteX21" fmla="*/ 129293 w 2775129"/>
                  <a:gd name="connsiteY21" fmla="*/ 3306529 h 3550517"/>
                  <a:gd name="connsiteX22" fmla="*/ 0 w 2775129"/>
                  <a:gd name="connsiteY22" fmla="*/ 3177236 h 3550517"/>
                  <a:gd name="connsiteX23" fmla="*/ 0 w 2775129"/>
                  <a:gd name="connsiteY23" fmla="*/ 129293 h 3550517"/>
                  <a:gd name="connsiteX24" fmla="*/ 129293 w 2775129"/>
                  <a:gd name="connsiteY24" fmla="*/ 0 h 3550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775129" h="3550517">
                    <a:moveTo>
                      <a:pt x="129293" y="0"/>
                    </a:moveTo>
                    <a:lnTo>
                      <a:pt x="2645836" y="0"/>
                    </a:lnTo>
                    <a:cubicBezTo>
                      <a:pt x="2717243" y="0"/>
                      <a:pt x="2775129" y="57886"/>
                      <a:pt x="2775129" y="129293"/>
                    </a:cubicBezTo>
                    <a:lnTo>
                      <a:pt x="2775129" y="3177236"/>
                    </a:lnTo>
                    <a:cubicBezTo>
                      <a:pt x="2775129" y="3248643"/>
                      <a:pt x="2717243" y="3306529"/>
                      <a:pt x="2645836" y="3306529"/>
                    </a:cubicBezTo>
                    <a:lnTo>
                      <a:pt x="2464327" y="3306529"/>
                    </a:lnTo>
                    <a:lnTo>
                      <a:pt x="2464370" y="3306954"/>
                    </a:lnTo>
                    <a:lnTo>
                      <a:pt x="2560625" y="3306954"/>
                    </a:lnTo>
                    <a:cubicBezTo>
                      <a:pt x="2514595" y="3306954"/>
                      <a:pt x="2475102" y="3333988"/>
                      <a:pt x="2458233" y="3372516"/>
                    </a:cubicBezTo>
                    <a:lnTo>
                      <a:pt x="2457268" y="3377132"/>
                    </a:lnTo>
                    <a:lnTo>
                      <a:pt x="2457268" y="3363777"/>
                    </a:lnTo>
                    <a:lnTo>
                      <a:pt x="2445350" y="3402172"/>
                    </a:lnTo>
                    <a:cubicBezTo>
                      <a:pt x="2408477" y="3489348"/>
                      <a:pt x="2322156" y="3550517"/>
                      <a:pt x="2221549" y="3550517"/>
                    </a:cubicBezTo>
                    <a:lnTo>
                      <a:pt x="553579" y="3550516"/>
                    </a:lnTo>
                    <a:cubicBezTo>
                      <a:pt x="465548" y="3550516"/>
                      <a:pt x="388454" y="3503684"/>
                      <a:pt x="345855" y="3433575"/>
                    </a:cubicBezTo>
                    <a:lnTo>
                      <a:pt x="317860" y="3362269"/>
                    </a:lnTo>
                    <a:lnTo>
                      <a:pt x="317860" y="3377132"/>
                    </a:lnTo>
                    <a:lnTo>
                      <a:pt x="316895" y="3372516"/>
                    </a:lnTo>
                    <a:cubicBezTo>
                      <a:pt x="300026" y="3333988"/>
                      <a:pt x="260533" y="3306954"/>
                      <a:pt x="214503" y="3306954"/>
                    </a:cubicBezTo>
                    <a:lnTo>
                      <a:pt x="310759" y="3306954"/>
                    </a:lnTo>
                    <a:lnTo>
                      <a:pt x="310802" y="3306529"/>
                    </a:lnTo>
                    <a:lnTo>
                      <a:pt x="129293" y="3306529"/>
                    </a:lnTo>
                    <a:cubicBezTo>
                      <a:pt x="57886" y="3306529"/>
                      <a:pt x="0" y="3248643"/>
                      <a:pt x="0" y="3177236"/>
                    </a:cubicBezTo>
                    <a:lnTo>
                      <a:pt x="0" y="129293"/>
                    </a:lnTo>
                    <a:cubicBezTo>
                      <a:pt x="0" y="57886"/>
                      <a:pt x="57886" y="0"/>
                      <a:pt x="12929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190500" dist="63500" dir="5400000" algn="ctr" rotWithShape="0">
                  <a:schemeClr val="bg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fontAlgn="auto"/>
                <a:endParaRPr lang="zh-CN" altLang="en-US" strike="noStrike" noProof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8" name="矩形: 圆角 68"/>
              <p:cNvSpPr/>
              <p:nvPr/>
            </p:nvSpPr>
            <p:spPr>
              <a:xfrm>
                <a:off x="6391041" y="2207635"/>
                <a:ext cx="2326881" cy="3110918"/>
              </a:xfrm>
              <a:prstGeom prst="roundRect">
                <a:avLst>
                  <a:gd name="adj" fmla="val 6454"/>
                </a:avLst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矩形: 圆角 69"/>
              <p:cNvSpPr/>
              <p:nvPr/>
            </p:nvSpPr>
            <p:spPr>
              <a:xfrm>
                <a:off x="6751876" y="5116855"/>
                <a:ext cx="1605210" cy="415015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6692360" y="5921740"/>
                <a:ext cx="1724242" cy="299897"/>
              </a:xfrm>
              <a:prstGeom prst="ellipse">
                <a:avLst/>
              </a:prstGeom>
              <a:solidFill>
                <a:schemeClr val="bg1">
                  <a:lumMod val="85000"/>
                  <a:alpha val="60000"/>
                </a:schemeClr>
              </a:solidFill>
              <a:ln>
                <a:noFill/>
              </a:ln>
              <a:effectLst>
                <a:softEdge rad="1016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0" name="组合 7"/>
            <p:cNvGrpSpPr/>
            <p:nvPr/>
          </p:nvGrpSpPr>
          <p:grpSpPr>
            <a:xfrm>
              <a:off x="8955084" y="2133600"/>
              <a:ext cx="2482598" cy="4088037"/>
              <a:chOff x="8955084" y="2133600"/>
              <a:chExt cx="2482598" cy="4088037"/>
            </a:xfrm>
          </p:grpSpPr>
          <p:sp>
            <p:nvSpPr>
              <p:cNvPr id="41" name="任意多边形: 形状 74"/>
              <p:cNvSpPr/>
              <p:nvPr/>
            </p:nvSpPr>
            <p:spPr>
              <a:xfrm>
                <a:off x="8955084" y="2133600"/>
                <a:ext cx="2482598" cy="3509266"/>
              </a:xfrm>
              <a:custGeom>
                <a:avLst/>
                <a:gdLst>
                  <a:gd name="connsiteX0" fmla="*/ 129293 w 2775129"/>
                  <a:gd name="connsiteY0" fmla="*/ 0 h 3550517"/>
                  <a:gd name="connsiteX1" fmla="*/ 2645836 w 2775129"/>
                  <a:gd name="connsiteY1" fmla="*/ 0 h 3550517"/>
                  <a:gd name="connsiteX2" fmla="*/ 2775129 w 2775129"/>
                  <a:gd name="connsiteY2" fmla="*/ 129293 h 3550517"/>
                  <a:gd name="connsiteX3" fmla="*/ 2775129 w 2775129"/>
                  <a:gd name="connsiteY3" fmla="*/ 3177236 h 3550517"/>
                  <a:gd name="connsiteX4" fmla="*/ 2645836 w 2775129"/>
                  <a:gd name="connsiteY4" fmla="*/ 3306529 h 3550517"/>
                  <a:gd name="connsiteX5" fmla="*/ 2464327 w 2775129"/>
                  <a:gd name="connsiteY5" fmla="*/ 3306529 h 3550517"/>
                  <a:gd name="connsiteX6" fmla="*/ 2464370 w 2775129"/>
                  <a:gd name="connsiteY6" fmla="*/ 3306954 h 3550517"/>
                  <a:gd name="connsiteX7" fmla="*/ 2560625 w 2775129"/>
                  <a:gd name="connsiteY7" fmla="*/ 3306954 h 3550517"/>
                  <a:gd name="connsiteX8" fmla="*/ 2458233 w 2775129"/>
                  <a:gd name="connsiteY8" fmla="*/ 3372516 h 3550517"/>
                  <a:gd name="connsiteX9" fmla="*/ 2457268 w 2775129"/>
                  <a:gd name="connsiteY9" fmla="*/ 3377132 h 3550517"/>
                  <a:gd name="connsiteX10" fmla="*/ 2457268 w 2775129"/>
                  <a:gd name="connsiteY10" fmla="*/ 3363777 h 3550517"/>
                  <a:gd name="connsiteX11" fmla="*/ 2445350 w 2775129"/>
                  <a:gd name="connsiteY11" fmla="*/ 3402172 h 3550517"/>
                  <a:gd name="connsiteX12" fmla="*/ 2221549 w 2775129"/>
                  <a:gd name="connsiteY12" fmla="*/ 3550517 h 3550517"/>
                  <a:gd name="connsiteX13" fmla="*/ 553579 w 2775129"/>
                  <a:gd name="connsiteY13" fmla="*/ 3550516 h 3550517"/>
                  <a:gd name="connsiteX14" fmla="*/ 345855 w 2775129"/>
                  <a:gd name="connsiteY14" fmla="*/ 3433575 h 3550517"/>
                  <a:gd name="connsiteX15" fmla="*/ 317860 w 2775129"/>
                  <a:gd name="connsiteY15" fmla="*/ 3362269 h 3550517"/>
                  <a:gd name="connsiteX16" fmla="*/ 317860 w 2775129"/>
                  <a:gd name="connsiteY16" fmla="*/ 3377132 h 3550517"/>
                  <a:gd name="connsiteX17" fmla="*/ 316895 w 2775129"/>
                  <a:gd name="connsiteY17" fmla="*/ 3372516 h 3550517"/>
                  <a:gd name="connsiteX18" fmla="*/ 214503 w 2775129"/>
                  <a:gd name="connsiteY18" fmla="*/ 3306954 h 3550517"/>
                  <a:gd name="connsiteX19" fmla="*/ 310759 w 2775129"/>
                  <a:gd name="connsiteY19" fmla="*/ 3306954 h 3550517"/>
                  <a:gd name="connsiteX20" fmla="*/ 310802 w 2775129"/>
                  <a:gd name="connsiteY20" fmla="*/ 3306529 h 3550517"/>
                  <a:gd name="connsiteX21" fmla="*/ 129293 w 2775129"/>
                  <a:gd name="connsiteY21" fmla="*/ 3306529 h 3550517"/>
                  <a:gd name="connsiteX22" fmla="*/ 0 w 2775129"/>
                  <a:gd name="connsiteY22" fmla="*/ 3177236 h 3550517"/>
                  <a:gd name="connsiteX23" fmla="*/ 0 w 2775129"/>
                  <a:gd name="connsiteY23" fmla="*/ 129293 h 3550517"/>
                  <a:gd name="connsiteX24" fmla="*/ 129293 w 2775129"/>
                  <a:gd name="connsiteY24" fmla="*/ 0 h 3550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775129" h="3550517">
                    <a:moveTo>
                      <a:pt x="129293" y="0"/>
                    </a:moveTo>
                    <a:lnTo>
                      <a:pt x="2645836" y="0"/>
                    </a:lnTo>
                    <a:cubicBezTo>
                      <a:pt x="2717243" y="0"/>
                      <a:pt x="2775129" y="57886"/>
                      <a:pt x="2775129" y="129293"/>
                    </a:cubicBezTo>
                    <a:lnTo>
                      <a:pt x="2775129" y="3177236"/>
                    </a:lnTo>
                    <a:cubicBezTo>
                      <a:pt x="2775129" y="3248643"/>
                      <a:pt x="2717243" y="3306529"/>
                      <a:pt x="2645836" y="3306529"/>
                    </a:cubicBezTo>
                    <a:lnTo>
                      <a:pt x="2464327" y="3306529"/>
                    </a:lnTo>
                    <a:lnTo>
                      <a:pt x="2464370" y="3306954"/>
                    </a:lnTo>
                    <a:lnTo>
                      <a:pt x="2560625" y="3306954"/>
                    </a:lnTo>
                    <a:cubicBezTo>
                      <a:pt x="2514595" y="3306954"/>
                      <a:pt x="2475102" y="3333988"/>
                      <a:pt x="2458233" y="3372516"/>
                    </a:cubicBezTo>
                    <a:lnTo>
                      <a:pt x="2457268" y="3377132"/>
                    </a:lnTo>
                    <a:lnTo>
                      <a:pt x="2457268" y="3363777"/>
                    </a:lnTo>
                    <a:lnTo>
                      <a:pt x="2445350" y="3402172"/>
                    </a:lnTo>
                    <a:cubicBezTo>
                      <a:pt x="2408477" y="3489348"/>
                      <a:pt x="2322156" y="3550517"/>
                      <a:pt x="2221549" y="3550517"/>
                    </a:cubicBezTo>
                    <a:lnTo>
                      <a:pt x="553579" y="3550516"/>
                    </a:lnTo>
                    <a:cubicBezTo>
                      <a:pt x="465548" y="3550516"/>
                      <a:pt x="388454" y="3503684"/>
                      <a:pt x="345855" y="3433575"/>
                    </a:cubicBezTo>
                    <a:lnTo>
                      <a:pt x="317860" y="3362269"/>
                    </a:lnTo>
                    <a:lnTo>
                      <a:pt x="317860" y="3377132"/>
                    </a:lnTo>
                    <a:lnTo>
                      <a:pt x="316895" y="3372516"/>
                    </a:lnTo>
                    <a:cubicBezTo>
                      <a:pt x="300026" y="3333988"/>
                      <a:pt x="260533" y="3306954"/>
                      <a:pt x="214503" y="3306954"/>
                    </a:cubicBezTo>
                    <a:lnTo>
                      <a:pt x="310759" y="3306954"/>
                    </a:lnTo>
                    <a:lnTo>
                      <a:pt x="310802" y="3306529"/>
                    </a:lnTo>
                    <a:lnTo>
                      <a:pt x="129293" y="3306529"/>
                    </a:lnTo>
                    <a:cubicBezTo>
                      <a:pt x="57886" y="3306529"/>
                      <a:pt x="0" y="3248643"/>
                      <a:pt x="0" y="3177236"/>
                    </a:cubicBezTo>
                    <a:lnTo>
                      <a:pt x="0" y="129293"/>
                    </a:lnTo>
                    <a:cubicBezTo>
                      <a:pt x="0" y="57886"/>
                      <a:pt x="57886" y="0"/>
                      <a:pt x="12929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190500" dist="63500" dir="5400000" algn="ctr" rotWithShape="0">
                  <a:srgbClr val="0070C0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fontAlgn="auto"/>
                <a:endParaRPr lang="zh-CN" altLang="en-US" strike="noStrike" noProof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2" name="矩形: 圆角 75"/>
              <p:cNvSpPr/>
              <p:nvPr/>
            </p:nvSpPr>
            <p:spPr>
              <a:xfrm>
                <a:off x="9032943" y="2207635"/>
                <a:ext cx="2326881" cy="3110918"/>
              </a:xfrm>
              <a:prstGeom prst="roundRect">
                <a:avLst>
                  <a:gd name="adj" fmla="val 6454"/>
                </a:avLst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3" name="矩形: 圆角 76"/>
              <p:cNvSpPr/>
              <p:nvPr/>
            </p:nvSpPr>
            <p:spPr>
              <a:xfrm>
                <a:off x="9393778" y="5116855"/>
                <a:ext cx="1605210" cy="415015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9334262" y="5921740"/>
                <a:ext cx="1724242" cy="299897"/>
              </a:xfrm>
              <a:prstGeom prst="ellipse">
                <a:avLst/>
              </a:prstGeom>
              <a:solidFill>
                <a:srgbClr val="3271F5">
                  <a:alpha val="10000"/>
                </a:srgbClr>
              </a:solidFill>
              <a:ln>
                <a:noFill/>
              </a:ln>
              <a:effectLst>
                <a:softEdge rad="1016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66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1319819" y="4399661"/>
            <a:ext cx="1605438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7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958931" y="2298358"/>
            <a:ext cx="2327211" cy="2082005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8" name="文本占位符 4"/>
          <p:cNvSpPr>
            <a:spLocks noGrp="1"/>
          </p:cNvSpPr>
          <p:nvPr>
            <p:ph type="body" sz="quarter" idx="27"/>
          </p:nvPr>
        </p:nvSpPr>
        <p:spPr>
          <a:xfrm>
            <a:off x="1319819" y="1643761"/>
            <a:ext cx="1605438" cy="64611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9" name="文本占位符 4"/>
          <p:cNvSpPr>
            <a:spLocks noGrp="1"/>
          </p:cNvSpPr>
          <p:nvPr>
            <p:ph type="body" sz="quarter" idx="28"/>
          </p:nvPr>
        </p:nvSpPr>
        <p:spPr>
          <a:xfrm>
            <a:off x="3948719" y="4399661"/>
            <a:ext cx="1605438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0" name="文本占位符 4"/>
          <p:cNvSpPr>
            <a:spLocks noGrp="1"/>
          </p:cNvSpPr>
          <p:nvPr>
            <p:ph type="body" sz="quarter" idx="29"/>
          </p:nvPr>
        </p:nvSpPr>
        <p:spPr>
          <a:xfrm>
            <a:off x="3587831" y="2298358"/>
            <a:ext cx="2327211" cy="2082005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1" name="文本占位符 4"/>
          <p:cNvSpPr>
            <a:spLocks noGrp="1"/>
          </p:cNvSpPr>
          <p:nvPr>
            <p:ph type="body" sz="quarter" idx="30"/>
          </p:nvPr>
        </p:nvSpPr>
        <p:spPr>
          <a:xfrm>
            <a:off x="3948719" y="1643761"/>
            <a:ext cx="1605438" cy="64611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2" name="文本占位符 4"/>
          <p:cNvSpPr>
            <a:spLocks noGrp="1"/>
          </p:cNvSpPr>
          <p:nvPr>
            <p:ph type="body" sz="quarter" idx="31"/>
          </p:nvPr>
        </p:nvSpPr>
        <p:spPr>
          <a:xfrm>
            <a:off x="6603019" y="4399661"/>
            <a:ext cx="1605438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3" name="文本占位符 4"/>
          <p:cNvSpPr>
            <a:spLocks noGrp="1"/>
          </p:cNvSpPr>
          <p:nvPr>
            <p:ph type="body" sz="quarter" idx="32"/>
          </p:nvPr>
        </p:nvSpPr>
        <p:spPr>
          <a:xfrm>
            <a:off x="6242131" y="2298358"/>
            <a:ext cx="2327211" cy="2082005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4" name="文本占位符 4"/>
          <p:cNvSpPr>
            <a:spLocks noGrp="1"/>
          </p:cNvSpPr>
          <p:nvPr>
            <p:ph type="body" sz="quarter" idx="33"/>
          </p:nvPr>
        </p:nvSpPr>
        <p:spPr>
          <a:xfrm>
            <a:off x="6603019" y="1643761"/>
            <a:ext cx="1605438" cy="64611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5" name="文本占位符 4"/>
          <p:cNvSpPr>
            <a:spLocks noGrp="1"/>
          </p:cNvSpPr>
          <p:nvPr>
            <p:ph type="body" sz="quarter" idx="34"/>
          </p:nvPr>
        </p:nvSpPr>
        <p:spPr>
          <a:xfrm>
            <a:off x="9276171" y="4419547"/>
            <a:ext cx="1605438" cy="6461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6" name="文本占位符 4"/>
          <p:cNvSpPr>
            <a:spLocks noGrp="1"/>
          </p:cNvSpPr>
          <p:nvPr>
            <p:ph type="body" sz="quarter" idx="35"/>
          </p:nvPr>
        </p:nvSpPr>
        <p:spPr>
          <a:xfrm>
            <a:off x="8896431" y="2298358"/>
            <a:ext cx="2327211" cy="2082005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7" name="文本占位符 4"/>
          <p:cNvSpPr>
            <a:spLocks noGrp="1"/>
          </p:cNvSpPr>
          <p:nvPr>
            <p:ph type="body" sz="quarter" idx="36"/>
          </p:nvPr>
        </p:nvSpPr>
        <p:spPr>
          <a:xfrm>
            <a:off x="9257319" y="1643761"/>
            <a:ext cx="1605438" cy="64611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33A0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椭圆 56"/>
          <p:cNvSpPr>
            <a:spLocks noChangeAspect="1"/>
          </p:cNvSpPr>
          <p:nvPr userDrawn="1"/>
        </p:nvSpPr>
        <p:spPr>
          <a:xfrm>
            <a:off x="836611" y="2349000"/>
            <a:ext cx="2160000" cy="2160000"/>
          </a:xfrm>
          <a:prstGeom prst="ellipse">
            <a:avLst/>
          </a:prstGeom>
          <a:noFill/>
          <a:ln w="38100" cap="flat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" name="右箭头 1"/>
          <p:cNvSpPr/>
          <p:nvPr userDrawn="1"/>
        </p:nvSpPr>
        <p:spPr>
          <a:xfrm>
            <a:off x="3144590" y="3285000"/>
            <a:ext cx="288000" cy="288000"/>
          </a:xfrm>
          <a:prstGeom prst="rightArrow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3" name="椭圆 22"/>
          <p:cNvSpPr>
            <a:spLocks noChangeAspect="1"/>
          </p:cNvSpPr>
          <p:nvPr userDrawn="1"/>
        </p:nvSpPr>
        <p:spPr>
          <a:xfrm>
            <a:off x="9195389" y="2349000"/>
            <a:ext cx="2160000" cy="2160000"/>
          </a:xfrm>
          <a:prstGeom prst="ellipse">
            <a:avLst/>
          </a:prstGeom>
          <a:noFill/>
          <a:ln w="38100" cap="flat">
            <a:solidFill>
              <a:srgbClr val="0034A7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5" name="椭圆 24"/>
          <p:cNvSpPr>
            <a:spLocks noChangeAspect="1"/>
          </p:cNvSpPr>
          <p:nvPr userDrawn="1"/>
        </p:nvSpPr>
        <p:spPr>
          <a:xfrm>
            <a:off x="3592000" y="2349000"/>
            <a:ext cx="2160000" cy="2160000"/>
          </a:xfrm>
          <a:prstGeom prst="ellipse">
            <a:avLst/>
          </a:prstGeom>
          <a:noFill/>
          <a:ln w="38100" cap="flat">
            <a:solidFill>
              <a:srgbClr val="0034A7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椭圆 26"/>
          <p:cNvSpPr>
            <a:spLocks noChangeAspect="1"/>
          </p:cNvSpPr>
          <p:nvPr userDrawn="1"/>
        </p:nvSpPr>
        <p:spPr>
          <a:xfrm>
            <a:off x="6435564" y="2349000"/>
            <a:ext cx="2160000" cy="2160000"/>
          </a:xfrm>
          <a:prstGeom prst="ellipse">
            <a:avLst/>
          </a:prstGeom>
          <a:noFill/>
          <a:ln w="38100" cap="flat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3" name="右箭头 32"/>
          <p:cNvSpPr/>
          <p:nvPr userDrawn="1"/>
        </p:nvSpPr>
        <p:spPr>
          <a:xfrm>
            <a:off x="5946445" y="3285000"/>
            <a:ext cx="288000" cy="288000"/>
          </a:xfrm>
          <a:prstGeom prst="rightArrow">
            <a:avLst/>
          </a:prstGeom>
          <a:solidFill>
            <a:srgbClr val="0034A7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4" name="右箭头 33"/>
          <p:cNvSpPr/>
          <p:nvPr userDrawn="1"/>
        </p:nvSpPr>
        <p:spPr>
          <a:xfrm>
            <a:off x="8756657" y="3285000"/>
            <a:ext cx="288000" cy="288000"/>
          </a:xfrm>
          <a:prstGeom prst="rightArrow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1" name="矩形 20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9" name="文本占位符 4"/>
          <p:cNvSpPr>
            <a:spLocks noGrp="1"/>
          </p:cNvSpPr>
          <p:nvPr>
            <p:ph type="body" sz="quarter" idx="20"/>
          </p:nvPr>
        </p:nvSpPr>
        <p:spPr>
          <a:xfrm>
            <a:off x="996193" y="2786495"/>
            <a:ext cx="1812322" cy="3892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996193" y="3268525"/>
            <a:ext cx="1812322" cy="90656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27"/>
          </p:nvPr>
        </p:nvSpPr>
        <p:spPr>
          <a:xfrm>
            <a:off x="3772050" y="2786495"/>
            <a:ext cx="1812322" cy="3892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7" name="文本占位符 4"/>
          <p:cNvSpPr>
            <a:spLocks noGrp="1"/>
          </p:cNvSpPr>
          <p:nvPr>
            <p:ph type="body" sz="quarter" idx="28"/>
          </p:nvPr>
        </p:nvSpPr>
        <p:spPr>
          <a:xfrm>
            <a:off x="3772050" y="3268525"/>
            <a:ext cx="1812322" cy="90656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8" name="文本占位符 4"/>
          <p:cNvSpPr>
            <a:spLocks noGrp="1"/>
          </p:cNvSpPr>
          <p:nvPr>
            <p:ph type="body" sz="quarter" idx="29"/>
          </p:nvPr>
        </p:nvSpPr>
        <p:spPr>
          <a:xfrm>
            <a:off x="6613222" y="2786495"/>
            <a:ext cx="1812322" cy="3892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9" name="文本占位符 4"/>
          <p:cNvSpPr>
            <a:spLocks noGrp="1"/>
          </p:cNvSpPr>
          <p:nvPr>
            <p:ph type="body" sz="quarter" idx="30"/>
          </p:nvPr>
        </p:nvSpPr>
        <p:spPr>
          <a:xfrm>
            <a:off x="6613222" y="3268525"/>
            <a:ext cx="1812322" cy="90656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0" name="文本占位符 4"/>
          <p:cNvSpPr>
            <a:spLocks noGrp="1"/>
          </p:cNvSpPr>
          <p:nvPr>
            <p:ph type="body" sz="quarter" idx="31"/>
          </p:nvPr>
        </p:nvSpPr>
        <p:spPr>
          <a:xfrm>
            <a:off x="9378194" y="2786495"/>
            <a:ext cx="1812322" cy="3892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1" name="文本占位符 4"/>
          <p:cNvSpPr>
            <a:spLocks noGrp="1"/>
          </p:cNvSpPr>
          <p:nvPr>
            <p:ph type="body" sz="quarter" idx="32"/>
          </p:nvPr>
        </p:nvSpPr>
        <p:spPr>
          <a:xfrm>
            <a:off x="9378194" y="3268525"/>
            <a:ext cx="1812322" cy="90656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椭圆 56"/>
          <p:cNvSpPr>
            <a:spLocks noChangeAspect="1"/>
          </p:cNvSpPr>
          <p:nvPr userDrawn="1"/>
        </p:nvSpPr>
        <p:spPr>
          <a:xfrm>
            <a:off x="836611" y="1989000"/>
            <a:ext cx="1440000" cy="1440000"/>
          </a:xfrm>
          <a:prstGeom prst="ellipse">
            <a:avLst/>
          </a:prstGeom>
          <a:noFill/>
          <a:ln w="381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3" name="椭圆 22"/>
          <p:cNvSpPr>
            <a:spLocks noChangeAspect="1"/>
          </p:cNvSpPr>
          <p:nvPr userDrawn="1"/>
        </p:nvSpPr>
        <p:spPr>
          <a:xfrm>
            <a:off x="9890043" y="1989000"/>
            <a:ext cx="1440000" cy="1440000"/>
          </a:xfrm>
          <a:prstGeom prst="ellipse">
            <a:avLst/>
          </a:prstGeom>
          <a:noFill/>
          <a:ln w="38100" cap="flat">
            <a:solidFill>
              <a:srgbClr val="00219D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5" name="椭圆 24"/>
          <p:cNvSpPr>
            <a:spLocks noChangeAspect="1"/>
          </p:cNvSpPr>
          <p:nvPr userDrawn="1"/>
        </p:nvSpPr>
        <p:spPr>
          <a:xfrm>
            <a:off x="3875172" y="1989000"/>
            <a:ext cx="1440000" cy="1440000"/>
          </a:xfrm>
          <a:prstGeom prst="ellipse">
            <a:avLst/>
          </a:prstGeom>
          <a:noFill/>
          <a:ln w="38100" cap="flat">
            <a:solidFill>
              <a:srgbClr val="00219D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椭圆 26"/>
          <p:cNvSpPr>
            <a:spLocks noChangeAspect="1"/>
          </p:cNvSpPr>
          <p:nvPr userDrawn="1"/>
        </p:nvSpPr>
        <p:spPr>
          <a:xfrm>
            <a:off x="6884139" y="1989000"/>
            <a:ext cx="1440000" cy="1440000"/>
          </a:xfrm>
          <a:prstGeom prst="ellipse">
            <a:avLst/>
          </a:prstGeom>
          <a:noFill/>
          <a:ln w="381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4" name="椭圆 3"/>
          <p:cNvSpPr/>
          <p:nvPr userDrawn="1"/>
        </p:nvSpPr>
        <p:spPr>
          <a:xfrm>
            <a:off x="1523861" y="3607135"/>
            <a:ext cx="73152" cy="73152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6" name="直线连接符 5"/>
          <p:cNvCxnSpPr>
            <a:endCxn id="36" idx="2"/>
          </p:cNvCxnSpPr>
          <p:nvPr userDrawn="1"/>
        </p:nvCxnSpPr>
        <p:spPr>
          <a:xfrm>
            <a:off x="1516985" y="3643711"/>
            <a:ext cx="9049514" cy="44993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椭圆 28"/>
          <p:cNvSpPr/>
          <p:nvPr userDrawn="1"/>
        </p:nvSpPr>
        <p:spPr>
          <a:xfrm>
            <a:off x="4558596" y="3618613"/>
            <a:ext cx="73152" cy="73152"/>
          </a:xfrm>
          <a:prstGeom prst="ellipse">
            <a:avLst/>
          </a:prstGeom>
          <a:solidFill>
            <a:srgbClr val="00219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5" name="椭圆 34"/>
          <p:cNvSpPr/>
          <p:nvPr userDrawn="1"/>
        </p:nvSpPr>
        <p:spPr>
          <a:xfrm>
            <a:off x="7572965" y="3633917"/>
            <a:ext cx="73152" cy="73152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6" name="椭圆 35"/>
          <p:cNvSpPr/>
          <p:nvPr userDrawn="1"/>
        </p:nvSpPr>
        <p:spPr>
          <a:xfrm>
            <a:off x="10566499" y="3652128"/>
            <a:ext cx="73152" cy="73152"/>
          </a:xfrm>
          <a:prstGeom prst="ellipse">
            <a:avLst/>
          </a:prstGeom>
          <a:solidFill>
            <a:srgbClr val="00219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7" name="文本占位符 4"/>
          <p:cNvSpPr>
            <a:spLocks noGrp="1"/>
          </p:cNvSpPr>
          <p:nvPr>
            <p:ph type="body" sz="quarter" idx="20"/>
          </p:nvPr>
        </p:nvSpPr>
        <p:spPr>
          <a:xfrm>
            <a:off x="836611" y="2425117"/>
            <a:ext cx="1438608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38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3873781" y="2425117"/>
            <a:ext cx="1440000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219D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39" name="文本占位符 4"/>
          <p:cNvSpPr>
            <a:spLocks noGrp="1"/>
          </p:cNvSpPr>
          <p:nvPr>
            <p:ph type="body" sz="quarter" idx="22"/>
          </p:nvPr>
        </p:nvSpPr>
        <p:spPr>
          <a:xfrm>
            <a:off x="6884138" y="2425117"/>
            <a:ext cx="1440001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40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9890043" y="2425117"/>
            <a:ext cx="1426617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219D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33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34" name="矩形 33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41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42" name="文本占位符 4"/>
          <p:cNvSpPr>
            <a:spLocks noGrp="1"/>
          </p:cNvSpPr>
          <p:nvPr>
            <p:ph type="body" sz="quarter" idx="27"/>
          </p:nvPr>
        </p:nvSpPr>
        <p:spPr>
          <a:xfrm>
            <a:off x="687026" y="3783654"/>
            <a:ext cx="1812322" cy="3892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3" name="文本占位符 4"/>
          <p:cNvSpPr>
            <a:spLocks noGrp="1"/>
          </p:cNvSpPr>
          <p:nvPr>
            <p:ph type="body" sz="quarter" idx="28"/>
          </p:nvPr>
        </p:nvSpPr>
        <p:spPr>
          <a:xfrm>
            <a:off x="687026" y="4265684"/>
            <a:ext cx="1812322" cy="90656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4" name="文本占位符 4"/>
          <p:cNvSpPr>
            <a:spLocks noGrp="1"/>
          </p:cNvSpPr>
          <p:nvPr>
            <p:ph type="body" sz="quarter" idx="29"/>
          </p:nvPr>
        </p:nvSpPr>
        <p:spPr>
          <a:xfrm>
            <a:off x="3680597" y="3783654"/>
            <a:ext cx="1812322" cy="3892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30"/>
          </p:nvPr>
        </p:nvSpPr>
        <p:spPr>
          <a:xfrm>
            <a:off x="3680597" y="4265684"/>
            <a:ext cx="1812322" cy="90656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6" name="文本占位符 4"/>
          <p:cNvSpPr>
            <a:spLocks noGrp="1"/>
          </p:cNvSpPr>
          <p:nvPr>
            <p:ph type="body" sz="quarter" idx="31"/>
          </p:nvPr>
        </p:nvSpPr>
        <p:spPr>
          <a:xfrm>
            <a:off x="6706825" y="3783654"/>
            <a:ext cx="1812322" cy="3892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7" name="文本占位符 4"/>
          <p:cNvSpPr>
            <a:spLocks noGrp="1"/>
          </p:cNvSpPr>
          <p:nvPr>
            <p:ph type="body" sz="quarter" idx="32"/>
          </p:nvPr>
        </p:nvSpPr>
        <p:spPr>
          <a:xfrm>
            <a:off x="6706825" y="4265684"/>
            <a:ext cx="1812322" cy="90656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8" name="文本占位符 4"/>
          <p:cNvSpPr>
            <a:spLocks noGrp="1"/>
          </p:cNvSpPr>
          <p:nvPr>
            <p:ph type="body" sz="quarter" idx="33"/>
          </p:nvPr>
        </p:nvSpPr>
        <p:spPr>
          <a:xfrm>
            <a:off x="9700396" y="3783654"/>
            <a:ext cx="1812322" cy="3892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34"/>
          </p:nvPr>
        </p:nvSpPr>
        <p:spPr>
          <a:xfrm>
            <a:off x="9700396" y="4265684"/>
            <a:ext cx="1812322" cy="90656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版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25"/>
          <p:cNvCxnSpPr/>
          <p:nvPr userDrawn="1"/>
        </p:nvCxnSpPr>
        <p:spPr>
          <a:xfrm>
            <a:off x="-60960" y="3558602"/>
            <a:ext cx="12346678" cy="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椭圆 33"/>
          <p:cNvSpPr>
            <a:spLocks noChangeAspect="1"/>
          </p:cNvSpPr>
          <p:nvPr userDrawn="1"/>
        </p:nvSpPr>
        <p:spPr>
          <a:xfrm>
            <a:off x="1424730" y="3450602"/>
            <a:ext cx="216000" cy="216000"/>
          </a:xfrm>
          <a:prstGeom prst="ellipse">
            <a:avLst/>
          </a:prstGeom>
          <a:solidFill>
            <a:schemeClr val="bg1"/>
          </a:solidFill>
          <a:ln w="381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41" name="Straight Connector 27"/>
          <p:cNvCxnSpPr/>
          <p:nvPr userDrawn="1"/>
        </p:nvCxnSpPr>
        <p:spPr>
          <a:xfrm>
            <a:off x="1532730" y="3148314"/>
            <a:ext cx="0" cy="288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2" name="椭圆 41"/>
          <p:cNvSpPr>
            <a:spLocks noChangeAspect="1"/>
          </p:cNvSpPr>
          <p:nvPr userDrawn="1"/>
        </p:nvSpPr>
        <p:spPr>
          <a:xfrm>
            <a:off x="1496730" y="3094157"/>
            <a:ext cx="72000" cy="72000"/>
          </a:xfrm>
          <a:prstGeom prst="ellipse">
            <a:avLst/>
          </a:prstGeom>
          <a:solidFill>
            <a:srgbClr val="3171F4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43" name="椭圆 42"/>
          <p:cNvSpPr>
            <a:spLocks noChangeAspect="1"/>
          </p:cNvSpPr>
          <p:nvPr userDrawn="1"/>
        </p:nvSpPr>
        <p:spPr>
          <a:xfrm>
            <a:off x="3234065" y="3450602"/>
            <a:ext cx="216000" cy="216000"/>
          </a:xfrm>
          <a:prstGeom prst="ellipse">
            <a:avLst/>
          </a:prstGeom>
          <a:solidFill>
            <a:srgbClr val="3171F4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44" name="Straight Connector 27"/>
          <p:cNvCxnSpPr/>
          <p:nvPr userDrawn="1"/>
        </p:nvCxnSpPr>
        <p:spPr>
          <a:xfrm>
            <a:off x="3342065" y="3630759"/>
            <a:ext cx="0" cy="288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椭圆 44"/>
          <p:cNvSpPr>
            <a:spLocks noChangeAspect="1"/>
          </p:cNvSpPr>
          <p:nvPr userDrawn="1"/>
        </p:nvSpPr>
        <p:spPr>
          <a:xfrm>
            <a:off x="3306065" y="3913149"/>
            <a:ext cx="72000" cy="72000"/>
          </a:xfrm>
          <a:prstGeom prst="ellipse">
            <a:avLst/>
          </a:prstGeom>
          <a:solidFill>
            <a:srgbClr val="3171F4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46" name="椭圆 45"/>
          <p:cNvSpPr>
            <a:spLocks noChangeAspect="1"/>
          </p:cNvSpPr>
          <p:nvPr userDrawn="1"/>
        </p:nvSpPr>
        <p:spPr>
          <a:xfrm>
            <a:off x="5042572" y="3450602"/>
            <a:ext cx="216000" cy="216000"/>
          </a:xfrm>
          <a:prstGeom prst="ellipse">
            <a:avLst/>
          </a:prstGeom>
          <a:solidFill>
            <a:schemeClr val="bg1"/>
          </a:solidFill>
          <a:ln w="381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47" name="Straight Connector 27"/>
          <p:cNvCxnSpPr/>
          <p:nvPr userDrawn="1"/>
        </p:nvCxnSpPr>
        <p:spPr>
          <a:xfrm>
            <a:off x="5150572" y="3148314"/>
            <a:ext cx="0" cy="288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椭圆 47"/>
          <p:cNvSpPr>
            <a:spLocks noChangeAspect="1"/>
          </p:cNvSpPr>
          <p:nvPr userDrawn="1"/>
        </p:nvSpPr>
        <p:spPr>
          <a:xfrm>
            <a:off x="5114572" y="3094157"/>
            <a:ext cx="72000" cy="72000"/>
          </a:xfrm>
          <a:prstGeom prst="ellipse">
            <a:avLst/>
          </a:prstGeom>
          <a:solidFill>
            <a:srgbClr val="3171F4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49" name="椭圆 48"/>
          <p:cNvSpPr>
            <a:spLocks noChangeAspect="1"/>
          </p:cNvSpPr>
          <p:nvPr userDrawn="1"/>
        </p:nvSpPr>
        <p:spPr>
          <a:xfrm>
            <a:off x="6851907" y="3450602"/>
            <a:ext cx="216000" cy="216000"/>
          </a:xfrm>
          <a:prstGeom prst="ellipse">
            <a:avLst/>
          </a:prstGeom>
          <a:solidFill>
            <a:srgbClr val="3171F4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50" name="Straight Connector 27"/>
          <p:cNvCxnSpPr/>
          <p:nvPr userDrawn="1"/>
        </p:nvCxnSpPr>
        <p:spPr>
          <a:xfrm>
            <a:off x="6959907" y="3630759"/>
            <a:ext cx="0" cy="288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椭圆 50"/>
          <p:cNvSpPr>
            <a:spLocks noChangeAspect="1"/>
          </p:cNvSpPr>
          <p:nvPr userDrawn="1"/>
        </p:nvSpPr>
        <p:spPr>
          <a:xfrm>
            <a:off x="6923907" y="3913149"/>
            <a:ext cx="72000" cy="72000"/>
          </a:xfrm>
          <a:prstGeom prst="ellipse">
            <a:avLst/>
          </a:prstGeom>
          <a:solidFill>
            <a:srgbClr val="3171F4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2" name="椭圆 51"/>
          <p:cNvSpPr>
            <a:spLocks noChangeAspect="1"/>
          </p:cNvSpPr>
          <p:nvPr userDrawn="1"/>
        </p:nvSpPr>
        <p:spPr>
          <a:xfrm>
            <a:off x="8660414" y="3450602"/>
            <a:ext cx="216000" cy="216000"/>
          </a:xfrm>
          <a:prstGeom prst="ellipse">
            <a:avLst/>
          </a:prstGeom>
          <a:solidFill>
            <a:schemeClr val="bg1"/>
          </a:solidFill>
          <a:ln w="381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53" name="Straight Connector 27"/>
          <p:cNvCxnSpPr/>
          <p:nvPr userDrawn="1"/>
        </p:nvCxnSpPr>
        <p:spPr>
          <a:xfrm>
            <a:off x="8768414" y="3148314"/>
            <a:ext cx="0" cy="288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椭圆 53"/>
          <p:cNvSpPr>
            <a:spLocks noChangeAspect="1"/>
          </p:cNvSpPr>
          <p:nvPr userDrawn="1"/>
        </p:nvSpPr>
        <p:spPr>
          <a:xfrm>
            <a:off x="8732414" y="3094157"/>
            <a:ext cx="72000" cy="72000"/>
          </a:xfrm>
          <a:prstGeom prst="ellipse">
            <a:avLst/>
          </a:prstGeom>
          <a:solidFill>
            <a:srgbClr val="3171F4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5" name="椭圆 54"/>
          <p:cNvSpPr>
            <a:spLocks noChangeAspect="1"/>
          </p:cNvSpPr>
          <p:nvPr userDrawn="1"/>
        </p:nvSpPr>
        <p:spPr>
          <a:xfrm>
            <a:off x="10469749" y="3450602"/>
            <a:ext cx="216000" cy="216000"/>
          </a:xfrm>
          <a:prstGeom prst="ellipse">
            <a:avLst/>
          </a:prstGeom>
          <a:solidFill>
            <a:srgbClr val="3171F4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56" name="Straight Connector 27"/>
          <p:cNvCxnSpPr/>
          <p:nvPr userDrawn="1"/>
        </p:nvCxnSpPr>
        <p:spPr>
          <a:xfrm>
            <a:off x="10577749" y="3630759"/>
            <a:ext cx="0" cy="288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椭圆 59"/>
          <p:cNvSpPr>
            <a:spLocks noChangeAspect="1"/>
          </p:cNvSpPr>
          <p:nvPr userDrawn="1"/>
        </p:nvSpPr>
        <p:spPr>
          <a:xfrm>
            <a:off x="10541749" y="3913149"/>
            <a:ext cx="72000" cy="72000"/>
          </a:xfrm>
          <a:prstGeom prst="ellipse">
            <a:avLst/>
          </a:prstGeom>
          <a:solidFill>
            <a:srgbClr val="3171F4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63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07067" y="4053947"/>
            <a:ext cx="2875338" cy="31854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3171F4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66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5522238" y="4053947"/>
            <a:ext cx="2875338" cy="31854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3171F4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69" name="文本占位符 4"/>
          <p:cNvSpPr>
            <a:spLocks noGrp="1"/>
          </p:cNvSpPr>
          <p:nvPr>
            <p:ph type="body" sz="quarter" idx="20"/>
          </p:nvPr>
        </p:nvSpPr>
        <p:spPr>
          <a:xfrm>
            <a:off x="9140080" y="4053947"/>
            <a:ext cx="2875338" cy="31854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3171F4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70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95061" y="2704121"/>
            <a:ext cx="2875338" cy="31854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3171F4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71" name="文本占位符 4"/>
          <p:cNvSpPr>
            <a:spLocks noGrp="1"/>
          </p:cNvSpPr>
          <p:nvPr>
            <p:ph type="body" sz="quarter" idx="22"/>
          </p:nvPr>
        </p:nvSpPr>
        <p:spPr>
          <a:xfrm>
            <a:off x="3712903" y="2704121"/>
            <a:ext cx="2875338" cy="31854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3171F4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72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7330745" y="2704121"/>
            <a:ext cx="2875338" cy="31854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3171F4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57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58" name="矩形 57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9" name="文本占位符 2"/>
          <p:cNvSpPr>
            <a:spLocks noGrp="1"/>
          </p:cNvSpPr>
          <p:nvPr>
            <p:ph type="body" sz="quarter" idx="30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79" name="文本占位符 4"/>
          <p:cNvSpPr>
            <a:spLocks noGrp="1"/>
          </p:cNvSpPr>
          <p:nvPr>
            <p:ph type="body" sz="quarter" idx="31"/>
          </p:nvPr>
        </p:nvSpPr>
        <p:spPr>
          <a:xfrm>
            <a:off x="95061" y="1581952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0" name="文本占位符 4"/>
          <p:cNvSpPr>
            <a:spLocks noGrp="1"/>
          </p:cNvSpPr>
          <p:nvPr>
            <p:ph type="body" sz="quarter" idx="32"/>
          </p:nvPr>
        </p:nvSpPr>
        <p:spPr>
          <a:xfrm>
            <a:off x="95061" y="1938804"/>
            <a:ext cx="2875338" cy="75102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1" name="文本占位符 4"/>
          <p:cNvSpPr>
            <a:spLocks noGrp="1"/>
          </p:cNvSpPr>
          <p:nvPr>
            <p:ph type="body" sz="quarter" idx="33"/>
          </p:nvPr>
        </p:nvSpPr>
        <p:spPr>
          <a:xfrm>
            <a:off x="3720004" y="1581952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2" name="文本占位符 4"/>
          <p:cNvSpPr>
            <a:spLocks noGrp="1"/>
          </p:cNvSpPr>
          <p:nvPr>
            <p:ph type="body" sz="quarter" idx="34"/>
          </p:nvPr>
        </p:nvSpPr>
        <p:spPr>
          <a:xfrm>
            <a:off x="3720004" y="1938804"/>
            <a:ext cx="2875338" cy="75102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3" name="文本占位符 4"/>
          <p:cNvSpPr>
            <a:spLocks noGrp="1"/>
          </p:cNvSpPr>
          <p:nvPr>
            <p:ph type="body" sz="quarter" idx="35"/>
          </p:nvPr>
        </p:nvSpPr>
        <p:spPr>
          <a:xfrm>
            <a:off x="7334061" y="1581952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4" name="文本占位符 4"/>
          <p:cNvSpPr>
            <a:spLocks noGrp="1"/>
          </p:cNvSpPr>
          <p:nvPr>
            <p:ph type="body" sz="quarter" idx="36"/>
          </p:nvPr>
        </p:nvSpPr>
        <p:spPr>
          <a:xfrm>
            <a:off x="7334061" y="1938804"/>
            <a:ext cx="2875338" cy="75102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5" name="文本占位符 4"/>
          <p:cNvSpPr>
            <a:spLocks noGrp="1"/>
          </p:cNvSpPr>
          <p:nvPr>
            <p:ph type="body" sz="quarter" idx="37"/>
          </p:nvPr>
        </p:nvSpPr>
        <p:spPr>
          <a:xfrm>
            <a:off x="1902090" y="4390466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6" name="文本占位符 4"/>
          <p:cNvSpPr>
            <a:spLocks noGrp="1"/>
          </p:cNvSpPr>
          <p:nvPr>
            <p:ph type="body" sz="quarter" idx="38"/>
          </p:nvPr>
        </p:nvSpPr>
        <p:spPr>
          <a:xfrm>
            <a:off x="1902090" y="4747318"/>
            <a:ext cx="2875338" cy="75102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7" name="文本占位符 4"/>
          <p:cNvSpPr>
            <a:spLocks noGrp="1"/>
          </p:cNvSpPr>
          <p:nvPr>
            <p:ph type="body" sz="quarter" idx="39"/>
          </p:nvPr>
        </p:nvSpPr>
        <p:spPr>
          <a:xfrm>
            <a:off x="5516147" y="4390466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8" name="文本占位符 4"/>
          <p:cNvSpPr>
            <a:spLocks noGrp="1"/>
          </p:cNvSpPr>
          <p:nvPr>
            <p:ph type="body" sz="quarter" idx="40"/>
          </p:nvPr>
        </p:nvSpPr>
        <p:spPr>
          <a:xfrm>
            <a:off x="5516147" y="4747318"/>
            <a:ext cx="2875338" cy="75102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9" name="文本占位符 4"/>
          <p:cNvSpPr>
            <a:spLocks noGrp="1"/>
          </p:cNvSpPr>
          <p:nvPr>
            <p:ph type="body" sz="quarter" idx="41"/>
          </p:nvPr>
        </p:nvSpPr>
        <p:spPr>
          <a:xfrm>
            <a:off x="9141090" y="4390466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90" name="文本占位符 4"/>
          <p:cNvSpPr>
            <a:spLocks noGrp="1"/>
          </p:cNvSpPr>
          <p:nvPr>
            <p:ph type="body" sz="quarter" idx="42"/>
          </p:nvPr>
        </p:nvSpPr>
        <p:spPr>
          <a:xfrm>
            <a:off x="9141090" y="4747318"/>
            <a:ext cx="2875338" cy="75102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七并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58" name="矩形 57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9" name="文本占位符 2"/>
          <p:cNvSpPr>
            <a:spLocks noGrp="1"/>
          </p:cNvSpPr>
          <p:nvPr>
            <p:ph type="body" sz="quarter" idx="30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62" name="矩形 61"/>
          <p:cNvSpPr/>
          <p:nvPr userDrawn="1"/>
        </p:nvSpPr>
        <p:spPr>
          <a:xfrm>
            <a:off x="0" y="2970642"/>
            <a:ext cx="12192000" cy="432000"/>
          </a:xfrm>
          <a:prstGeom prst="rect">
            <a:avLst/>
          </a:prstGeom>
          <a:solidFill>
            <a:srgbClr val="5F8FF1">
              <a:alpha val="20000"/>
            </a:srgb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noProof="1">
              <a:ln>
                <a:noFill/>
              </a:ln>
              <a:solidFill>
                <a:srgbClr val="000000"/>
              </a:solidFill>
              <a:effectLst/>
              <a:uFillTx/>
              <a:cs typeface="+mn-ea"/>
              <a:sym typeface="+mn-lt"/>
            </a:endParaRPr>
          </a:p>
        </p:txBody>
      </p:sp>
      <p:grpSp>
        <p:nvGrpSpPr>
          <p:cNvPr id="64" name="组合 63"/>
          <p:cNvGrpSpPr/>
          <p:nvPr userDrawn="1"/>
        </p:nvGrpSpPr>
        <p:grpSpPr>
          <a:xfrm>
            <a:off x="516606" y="1753525"/>
            <a:ext cx="11258619" cy="3219114"/>
            <a:chOff x="516611" y="2338144"/>
            <a:chExt cx="11258619" cy="3219114"/>
          </a:xfrm>
        </p:grpSpPr>
        <p:grpSp>
          <p:nvGrpSpPr>
            <p:cNvPr id="65" name="组合 64"/>
            <p:cNvGrpSpPr/>
            <p:nvPr/>
          </p:nvGrpSpPr>
          <p:grpSpPr>
            <a:xfrm>
              <a:off x="516611" y="2338144"/>
              <a:ext cx="1478547" cy="3219114"/>
              <a:chOff x="583825" y="2173044"/>
              <a:chExt cx="1478547" cy="3219114"/>
            </a:xfrm>
            <a:effectLst>
              <a:outerShdw blurRad="254000" dist="38100" dir="5400000" algn="t" rotWithShape="0">
                <a:prstClr val="black">
                  <a:alpha val="20000"/>
                </a:prstClr>
              </a:outerShdw>
            </a:effectLst>
          </p:grpSpPr>
          <p:grpSp>
            <p:nvGrpSpPr>
              <p:cNvPr id="137" name="组合 136"/>
              <p:cNvGrpSpPr/>
              <p:nvPr/>
            </p:nvGrpSpPr>
            <p:grpSpPr>
              <a:xfrm>
                <a:off x="583825" y="2173044"/>
                <a:ext cx="1478547" cy="3219114"/>
                <a:chOff x="583825" y="2173044"/>
                <a:chExt cx="1478547" cy="3219114"/>
              </a:xfrm>
            </p:grpSpPr>
            <p:sp>
              <p:nvSpPr>
                <p:cNvPr id="141" name="折角形 1"/>
                <p:cNvSpPr/>
                <p:nvPr/>
              </p:nvSpPr>
              <p:spPr>
                <a:xfrm>
                  <a:off x="583825" y="2173044"/>
                  <a:ext cx="1478547" cy="3219114"/>
                </a:xfrm>
                <a:prstGeom prst="foldedCorner">
                  <a:avLst>
                    <a:gd name="adj" fmla="val 19322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50000"/>
                      <a:alpha val="2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144" name="等腰三角形 124"/>
                <p:cNvSpPr/>
                <p:nvPr/>
              </p:nvSpPr>
              <p:spPr>
                <a:xfrm flipV="1">
                  <a:off x="1259769" y="3836430"/>
                  <a:ext cx="152088" cy="131110"/>
                </a:xfrm>
                <a:prstGeom prst="triangle">
                  <a:avLst/>
                </a:prstGeom>
                <a:solidFill>
                  <a:srgbClr val="3271F5"/>
                </a:solidFill>
                <a:ln w="12700" cap="flat">
                  <a:noFill/>
                  <a:prstDash val="solid"/>
                  <a:miter lim="800000"/>
                </a:ln>
                <a:effectLst>
                  <a:outerShdw blurRad="127000" dist="38100" dir="5400000" algn="t" rotWithShape="0">
                    <a:prstClr val="black">
                      <a:alpha val="20000"/>
                    </a:prst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      <a:noAutofit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38" name="组合 137"/>
              <p:cNvGrpSpPr/>
              <p:nvPr/>
            </p:nvGrpSpPr>
            <p:grpSpPr>
              <a:xfrm>
                <a:off x="974387" y="2437609"/>
                <a:ext cx="705192" cy="705192"/>
                <a:chOff x="641230" y="1491531"/>
                <a:chExt cx="705192" cy="705192"/>
              </a:xfrm>
            </p:grpSpPr>
            <p:sp>
              <p:nvSpPr>
                <p:cNvPr id="139" name="椭圆 138"/>
                <p:cNvSpPr/>
                <p:nvPr/>
              </p:nvSpPr>
              <p:spPr>
                <a:xfrm>
                  <a:off x="641230" y="1491531"/>
                  <a:ext cx="705192" cy="705192"/>
                </a:xfrm>
                <a:prstGeom prst="ellipse">
                  <a:avLst/>
                </a:prstGeom>
                <a:solidFill>
                  <a:srgbClr val="00219D"/>
                </a:solidFill>
                <a:ln>
                  <a:noFill/>
                </a:ln>
                <a:effectLst>
                  <a:outerShdw blurRad="254000" dist="38100" dir="5400000" algn="t" rotWithShape="0">
                    <a:schemeClr val="bg2">
                      <a:lumMod val="50000"/>
                      <a:alpha val="20000"/>
                    </a:schemeClr>
                  </a:outerShdw>
                </a:effectLst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tIns="0" bIns="72000" rtlCol="0" anchor="ctr"/>
                <a:lstStyle/>
                <a:p>
                  <a:pPr algn="ctr" fontAlgn="auto">
                    <a:lnSpc>
                      <a:spcPct val="120000"/>
                    </a:lnSpc>
                  </a:pPr>
                  <a:endParaRPr lang="zh-CN" altLang="en-US" sz="3200" b="1" strike="noStrike" noProof="1">
                    <a:solidFill>
                      <a:srgbClr val="3171F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40" name="文本框 139"/>
                <p:cNvSpPr txBox="1"/>
                <p:nvPr/>
              </p:nvSpPr>
              <p:spPr>
                <a:xfrm>
                  <a:off x="783795" y="1539465"/>
                  <a:ext cx="412292" cy="609325"/>
                </a:xfrm>
                <a:prstGeom prst="rect">
                  <a:avLst/>
                </a:prstGeom>
                <a:noFill/>
              </p:spPr>
              <p:txBody>
                <a:bodyPr wrap="none" tIns="0" bIns="72000" rtlCol="0" anchor="ctr">
                  <a:spAutoFit/>
                </a:bodyPr>
                <a:lstStyle/>
                <a:p>
                  <a:pPr algn="ctr" fontAlgn="auto">
                    <a:lnSpc>
                      <a:spcPct val="120000"/>
                    </a:lnSpc>
                  </a:pPr>
                  <a:r>
                    <a:rPr lang="en-US" altLang="zh-CN" sz="3200" b="1" strike="noStrike" noProof="1">
                      <a:gradFill>
                        <a:gsLst>
                          <a:gs pos="49000">
                            <a:schemeClr val="bg1"/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5400000" scaled="1"/>
                      </a:gradFill>
                      <a:latin typeface="+mn-lt"/>
                      <a:ea typeface="+mn-ea"/>
                      <a:cs typeface="+mn-ea"/>
                      <a:sym typeface="+mn-lt"/>
                    </a:rPr>
                    <a:t>1</a:t>
                  </a:r>
                  <a:endParaRPr lang="zh-CN" altLang="en-US" sz="3200" b="1" strike="noStrike" noProof="1">
                    <a:gradFill>
                      <a:gsLst>
                        <a:gs pos="49000">
                          <a:schemeClr val="bg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5400000" scaled="1"/>
                    </a:gra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7" name="组合 66"/>
            <p:cNvGrpSpPr/>
            <p:nvPr/>
          </p:nvGrpSpPr>
          <p:grpSpPr>
            <a:xfrm>
              <a:off x="2146623" y="2338144"/>
              <a:ext cx="1478547" cy="3219114"/>
              <a:chOff x="583825" y="2173044"/>
              <a:chExt cx="1478547" cy="3219114"/>
            </a:xfrm>
            <a:effectLst>
              <a:outerShdw blurRad="254000" dist="38100" dir="5400000" algn="t" rotWithShape="0">
                <a:prstClr val="black">
                  <a:alpha val="20000"/>
                </a:prstClr>
              </a:outerShdw>
            </a:effectLst>
          </p:grpSpPr>
          <p:grpSp>
            <p:nvGrpSpPr>
              <p:cNvPr id="129" name="组合 128"/>
              <p:cNvGrpSpPr/>
              <p:nvPr/>
            </p:nvGrpSpPr>
            <p:grpSpPr>
              <a:xfrm>
                <a:off x="583825" y="2173044"/>
                <a:ext cx="1478547" cy="3219114"/>
                <a:chOff x="583825" y="2173044"/>
                <a:chExt cx="1478547" cy="3219114"/>
              </a:xfrm>
            </p:grpSpPr>
            <p:sp>
              <p:nvSpPr>
                <p:cNvPr id="133" name="折角形 1"/>
                <p:cNvSpPr/>
                <p:nvPr/>
              </p:nvSpPr>
              <p:spPr>
                <a:xfrm>
                  <a:off x="583825" y="2173044"/>
                  <a:ext cx="1478547" cy="3219114"/>
                </a:xfrm>
                <a:prstGeom prst="foldedCorner">
                  <a:avLst>
                    <a:gd name="adj" fmla="val 19322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50000"/>
                      <a:alpha val="2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136" name="等腰三角形 116"/>
                <p:cNvSpPr/>
                <p:nvPr/>
              </p:nvSpPr>
              <p:spPr>
                <a:xfrm flipV="1">
                  <a:off x="1259769" y="3836430"/>
                  <a:ext cx="152088" cy="131110"/>
                </a:xfrm>
                <a:prstGeom prst="triangle">
                  <a:avLst/>
                </a:prstGeom>
                <a:solidFill>
                  <a:srgbClr val="3271F5"/>
                </a:solidFill>
                <a:ln w="12700" cap="flat">
                  <a:noFill/>
                  <a:prstDash val="solid"/>
                  <a:miter lim="800000"/>
                </a:ln>
                <a:effectLst>
                  <a:outerShdw blurRad="127000" dist="38100" dir="5400000" algn="t" rotWithShape="0">
                    <a:prstClr val="black">
                      <a:alpha val="20000"/>
                    </a:prst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      <a:noAutofit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30" name="组合 129"/>
              <p:cNvGrpSpPr/>
              <p:nvPr/>
            </p:nvGrpSpPr>
            <p:grpSpPr>
              <a:xfrm>
                <a:off x="974387" y="2437609"/>
                <a:ext cx="705192" cy="705192"/>
                <a:chOff x="641230" y="1491531"/>
                <a:chExt cx="705192" cy="705192"/>
              </a:xfrm>
            </p:grpSpPr>
            <p:sp>
              <p:nvSpPr>
                <p:cNvPr id="131" name="椭圆 130"/>
                <p:cNvSpPr/>
                <p:nvPr/>
              </p:nvSpPr>
              <p:spPr>
                <a:xfrm>
                  <a:off x="641230" y="1491531"/>
                  <a:ext cx="705192" cy="705192"/>
                </a:xfrm>
                <a:prstGeom prst="ellipse">
                  <a:avLst/>
                </a:prstGeom>
                <a:solidFill>
                  <a:srgbClr val="00219D"/>
                </a:solidFill>
                <a:ln>
                  <a:noFill/>
                </a:ln>
                <a:effectLst>
                  <a:outerShdw blurRad="254000" dist="38100" dir="5400000" algn="t" rotWithShape="0">
                    <a:schemeClr val="bg2">
                      <a:lumMod val="50000"/>
                      <a:alpha val="20000"/>
                    </a:schemeClr>
                  </a:outerShdw>
                </a:effectLst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tIns="0" bIns="72000" rtlCol="0" anchor="ctr"/>
                <a:lstStyle/>
                <a:p>
                  <a:pPr algn="ctr" fontAlgn="auto">
                    <a:lnSpc>
                      <a:spcPct val="120000"/>
                    </a:lnSpc>
                  </a:pPr>
                  <a:endParaRPr lang="zh-CN" altLang="en-US" sz="3200" b="1" strike="noStrike" noProof="1">
                    <a:solidFill>
                      <a:srgbClr val="3171F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2" name="文本框 131"/>
                <p:cNvSpPr txBox="1"/>
                <p:nvPr/>
              </p:nvSpPr>
              <p:spPr>
                <a:xfrm>
                  <a:off x="796510" y="1549090"/>
                  <a:ext cx="412292" cy="609325"/>
                </a:xfrm>
                <a:prstGeom prst="rect">
                  <a:avLst/>
                </a:prstGeom>
                <a:noFill/>
              </p:spPr>
              <p:txBody>
                <a:bodyPr wrap="none" tIns="0" bIns="72000" rtlCol="0" anchor="ctr">
                  <a:spAutoFit/>
                </a:bodyPr>
                <a:lstStyle/>
                <a:p>
                  <a:pPr fontAlgn="auto">
                    <a:lnSpc>
                      <a:spcPct val="120000"/>
                    </a:lnSpc>
                  </a:pPr>
                  <a:r>
                    <a:rPr lang="en-US" altLang="zh-CN" sz="3200" b="1" strike="noStrike" noProof="1">
                      <a:gradFill>
                        <a:gsLst>
                          <a:gs pos="49000">
                            <a:schemeClr val="bg1"/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5400000" scaled="1"/>
                      </a:gradFill>
                      <a:latin typeface="+mn-lt"/>
                      <a:ea typeface="+mn-ea"/>
                      <a:cs typeface="+mn-ea"/>
                      <a:sym typeface="+mn-lt"/>
                    </a:rPr>
                    <a:t>2</a:t>
                  </a:r>
                  <a:endParaRPr lang="zh-CN" altLang="en-US" sz="3200" b="1" strike="noStrike" noProof="1">
                    <a:gradFill>
                      <a:gsLst>
                        <a:gs pos="49000">
                          <a:schemeClr val="bg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5400000" scaled="1"/>
                    </a:gra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3776635" y="2338144"/>
              <a:ext cx="1478547" cy="3219114"/>
              <a:chOff x="583825" y="2173044"/>
              <a:chExt cx="1478547" cy="3219114"/>
            </a:xfrm>
            <a:effectLst>
              <a:outerShdw blurRad="254000" dist="38100" dir="5400000" algn="t" rotWithShape="0">
                <a:prstClr val="black">
                  <a:alpha val="20000"/>
                </a:prstClr>
              </a:outerShdw>
            </a:effectLst>
          </p:grpSpPr>
          <p:grpSp>
            <p:nvGrpSpPr>
              <p:cNvPr id="121" name="组合 120"/>
              <p:cNvGrpSpPr/>
              <p:nvPr/>
            </p:nvGrpSpPr>
            <p:grpSpPr>
              <a:xfrm>
                <a:off x="583825" y="2173044"/>
                <a:ext cx="1478547" cy="3219114"/>
                <a:chOff x="583825" y="2173044"/>
                <a:chExt cx="1478547" cy="3219114"/>
              </a:xfrm>
            </p:grpSpPr>
            <p:sp>
              <p:nvSpPr>
                <p:cNvPr id="125" name="折角形 1"/>
                <p:cNvSpPr/>
                <p:nvPr/>
              </p:nvSpPr>
              <p:spPr>
                <a:xfrm>
                  <a:off x="583825" y="2173044"/>
                  <a:ext cx="1478547" cy="3219114"/>
                </a:xfrm>
                <a:prstGeom prst="foldedCorner">
                  <a:avLst>
                    <a:gd name="adj" fmla="val 19322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50000"/>
                      <a:alpha val="2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128" name="等腰三角形 108"/>
                <p:cNvSpPr/>
                <p:nvPr/>
              </p:nvSpPr>
              <p:spPr>
                <a:xfrm flipV="1">
                  <a:off x="1259769" y="3836430"/>
                  <a:ext cx="152088" cy="131110"/>
                </a:xfrm>
                <a:prstGeom prst="triangle">
                  <a:avLst/>
                </a:prstGeom>
                <a:solidFill>
                  <a:srgbClr val="3271F5"/>
                </a:solidFill>
                <a:ln w="12700" cap="flat">
                  <a:noFill/>
                  <a:prstDash val="solid"/>
                  <a:miter lim="800000"/>
                </a:ln>
                <a:effectLst>
                  <a:outerShdw blurRad="127000" dist="38100" dir="5400000" algn="t" rotWithShape="0">
                    <a:prstClr val="black">
                      <a:alpha val="20000"/>
                    </a:prst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      <a:noAutofit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22" name="组合 121"/>
              <p:cNvGrpSpPr/>
              <p:nvPr/>
            </p:nvGrpSpPr>
            <p:grpSpPr>
              <a:xfrm>
                <a:off x="974387" y="2437609"/>
                <a:ext cx="705192" cy="705192"/>
                <a:chOff x="641230" y="1491531"/>
                <a:chExt cx="705192" cy="705192"/>
              </a:xfrm>
            </p:grpSpPr>
            <p:sp>
              <p:nvSpPr>
                <p:cNvPr id="123" name="椭圆 122"/>
                <p:cNvSpPr/>
                <p:nvPr/>
              </p:nvSpPr>
              <p:spPr>
                <a:xfrm>
                  <a:off x="641230" y="1491531"/>
                  <a:ext cx="705192" cy="705192"/>
                </a:xfrm>
                <a:prstGeom prst="ellipse">
                  <a:avLst/>
                </a:prstGeom>
                <a:solidFill>
                  <a:srgbClr val="00219D"/>
                </a:solidFill>
                <a:ln>
                  <a:noFill/>
                </a:ln>
                <a:effectLst>
                  <a:outerShdw blurRad="254000" dist="38100" dir="5400000" algn="t" rotWithShape="0">
                    <a:schemeClr val="bg2">
                      <a:lumMod val="50000"/>
                      <a:alpha val="20000"/>
                    </a:schemeClr>
                  </a:outerShdw>
                </a:effectLst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tIns="0" bIns="72000" rtlCol="0" anchor="ctr"/>
                <a:lstStyle/>
                <a:p>
                  <a:pPr algn="ctr" fontAlgn="auto">
                    <a:lnSpc>
                      <a:spcPct val="120000"/>
                    </a:lnSpc>
                  </a:pPr>
                  <a:endParaRPr lang="zh-CN" altLang="en-US" sz="3200" b="1" strike="noStrike" noProof="1">
                    <a:solidFill>
                      <a:srgbClr val="3171F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4" name="文本框 123"/>
                <p:cNvSpPr txBox="1"/>
                <p:nvPr/>
              </p:nvSpPr>
              <p:spPr>
                <a:xfrm>
                  <a:off x="796510" y="1549090"/>
                  <a:ext cx="412292" cy="609325"/>
                </a:xfrm>
                <a:prstGeom prst="rect">
                  <a:avLst/>
                </a:prstGeom>
                <a:noFill/>
              </p:spPr>
              <p:txBody>
                <a:bodyPr wrap="none" tIns="0" bIns="72000" rtlCol="0" anchor="ctr">
                  <a:spAutoFit/>
                </a:bodyPr>
                <a:lstStyle/>
                <a:p>
                  <a:pPr fontAlgn="auto">
                    <a:lnSpc>
                      <a:spcPct val="120000"/>
                    </a:lnSpc>
                  </a:pPr>
                  <a:r>
                    <a:rPr lang="en-US" altLang="zh-CN" sz="3200" b="1" strike="noStrike" noProof="1">
                      <a:gradFill>
                        <a:gsLst>
                          <a:gs pos="49000">
                            <a:schemeClr val="bg1"/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5400000" scaled="1"/>
                      </a:gradFill>
                      <a:latin typeface="+mn-lt"/>
                      <a:ea typeface="+mn-ea"/>
                      <a:cs typeface="+mn-ea"/>
                      <a:sym typeface="+mn-lt"/>
                    </a:rPr>
                    <a:t>3</a:t>
                  </a:r>
                  <a:endParaRPr lang="zh-CN" altLang="en-US" sz="3200" b="1" strike="noStrike" noProof="1">
                    <a:gradFill>
                      <a:gsLst>
                        <a:gs pos="49000">
                          <a:schemeClr val="bg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5400000" scaled="1"/>
                    </a:gra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3" name="组合 72"/>
            <p:cNvGrpSpPr/>
            <p:nvPr/>
          </p:nvGrpSpPr>
          <p:grpSpPr>
            <a:xfrm>
              <a:off x="5406647" y="2338144"/>
              <a:ext cx="1478547" cy="3219114"/>
              <a:chOff x="583825" y="2173044"/>
              <a:chExt cx="1478547" cy="3219114"/>
            </a:xfrm>
            <a:effectLst>
              <a:outerShdw blurRad="254000" dist="38100" dir="5400000" algn="t" rotWithShape="0">
                <a:prstClr val="black">
                  <a:alpha val="20000"/>
                </a:prstClr>
              </a:outerShdw>
            </a:effectLst>
          </p:grpSpPr>
          <p:grpSp>
            <p:nvGrpSpPr>
              <p:cNvPr id="113" name="组合 112"/>
              <p:cNvGrpSpPr/>
              <p:nvPr/>
            </p:nvGrpSpPr>
            <p:grpSpPr>
              <a:xfrm>
                <a:off x="583825" y="2173044"/>
                <a:ext cx="1478547" cy="3219114"/>
                <a:chOff x="583825" y="2173044"/>
                <a:chExt cx="1478547" cy="3219114"/>
              </a:xfrm>
            </p:grpSpPr>
            <p:sp>
              <p:nvSpPr>
                <p:cNvPr id="117" name="折角形 1"/>
                <p:cNvSpPr/>
                <p:nvPr/>
              </p:nvSpPr>
              <p:spPr>
                <a:xfrm>
                  <a:off x="583825" y="2173044"/>
                  <a:ext cx="1478547" cy="3219114"/>
                </a:xfrm>
                <a:prstGeom prst="foldedCorner">
                  <a:avLst>
                    <a:gd name="adj" fmla="val 19322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50000"/>
                      <a:alpha val="2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120" name="等腰三角形 100"/>
                <p:cNvSpPr/>
                <p:nvPr/>
              </p:nvSpPr>
              <p:spPr>
                <a:xfrm flipV="1">
                  <a:off x="1259769" y="3836430"/>
                  <a:ext cx="152088" cy="131110"/>
                </a:xfrm>
                <a:prstGeom prst="triangle">
                  <a:avLst/>
                </a:prstGeom>
                <a:solidFill>
                  <a:srgbClr val="3271F5"/>
                </a:solidFill>
                <a:ln w="12700" cap="flat">
                  <a:noFill/>
                  <a:prstDash val="solid"/>
                  <a:miter lim="800000"/>
                </a:ln>
                <a:effectLst>
                  <a:outerShdw blurRad="127000" dist="38100" dir="5400000" algn="t" rotWithShape="0">
                    <a:prstClr val="black">
                      <a:alpha val="20000"/>
                    </a:prst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      <a:noAutofit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14" name="组合 113"/>
              <p:cNvGrpSpPr/>
              <p:nvPr/>
            </p:nvGrpSpPr>
            <p:grpSpPr>
              <a:xfrm>
                <a:off x="974387" y="2437609"/>
                <a:ext cx="705192" cy="705192"/>
                <a:chOff x="641230" y="1491531"/>
                <a:chExt cx="705192" cy="705192"/>
              </a:xfrm>
            </p:grpSpPr>
            <p:sp>
              <p:nvSpPr>
                <p:cNvPr id="115" name="椭圆 114"/>
                <p:cNvSpPr/>
                <p:nvPr/>
              </p:nvSpPr>
              <p:spPr>
                <a:xfrm>
                  <a:off x="641230" y="1491531"/>
                  <a:ext cx="705192" cy="705192"/>
                </a:xfrm>
                <a:prstGeom prst="ellipse">
                  <a:avLst/>
                </a:prstGeom>
                <a:solidFill>
                  <a:srgbClr val="00219D"/>
                </a:solidFill>
                <a:ln>
                  <a:noFill/>
                </a:ln>
                <a:effectLst>
                  <a:outerShdw blurRad="254000" dist="38100" dir="5400000" algn="t" rotWithShape="0">
                    <a:schemeClr val="bg2">
                      <a:lumMod val="50000"/>
                      <a:alpha val="20000"/>
                    </a:schemeClr>
                  </a:outerShdw>
                </a:effectLst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tIns="0" bIns="72000" rtlCol="0" anchor="ctr"/>
                <a:lstStyle/>
                <a:p>
                  <a:pPr algn="ctr" fontAlgn="auto">
                    <a:lnSpc>
                      <a:spcPct val="120000"/>
                    </a:lnSpc>
                  </a:pPr>
                  <a:endParaRPr lang="zh-CN" altLang="en-US" sz="3200" b="1" strike="noStrike" noProof="1">
                    <a:solidFill>
                      <a:srgbClr val="3171F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6" name="文本框 115"/>
                <p:cNvSpPr txBox="1"/>
                <p:nvPr/>
              </p:nvSpPr>
              <p:spPr>
                <a:xfrm>
                  <a:off x="783795" y="1549090"/>
                  <a:ext cx="412292" cy="609325"/>
                </a:xfrm>
                <a:prstGeom prst="rect">
                  <a:avLst/>
                </a:prstGeom>
                <a:noFill/>
              </p:spPr>
              <p:txBody>
                <a:bodyPr wrap="none" tIns="0" bIns="72000" rtlCol="0" anchor="ctr">
                  <a:spAutoFit/>
                </a:bodyPr>
                <a:lstStyle/>
                <a:p>
                  <a:pPr fontAlgn="auto">
                    <a:lnSpc>
                      <a:spcPct val="120000"/>
                    </a:lnSpc>
                  </a:pPr>
                  <a:r>
                    <a:rPr lang="en-US" altLang="zh-CN" sz="3200" b="1" strike="noStrike" noProof="1">
                      <a:gradFill>
                        <a:gsLst>
                          <a:gs pos="49000">
                            <a:schemeClr val="bg1"/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5400000" scaled="1"/>
                      </a:gradFill>
                      <a:latin typeface="+mn-lt"/>
                      <a:ea typeface="+mn-ea"/>
                      <a:cs typeface="+mn-ea"/>
                      <a:sym typeface="+mn-lt"/>
                    </a:rPr>
                    <a:t>4</a:t>
                  </a:r>
                  <a:endParaRPr lang="zh-CN" altLang="en-US" sz="3200" b="1" strike="noStrike" noProof="1">
                    <a:gradFill>
                      <a:gsLst>
                        <a:gs pos="49000">
                          <a:schemeClr val="bg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5400000" scaled="1"/>
                    </a:gra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7036659" y="2338144"/>
              <a:ext cx="1478547" cy="3219114"/>
              <a:chOff x="583825" y="2173044"/>
              <a:chExt cx="1478547" cy="3219114"/>
            </a:xfrm>
            <a:effectLst>
              <a:outerShdw blurRad="254000" dist="38100" dir="5400000" algn="t" rotWithShape="0">
                <a:prstClr val="black">
                  <a:alpha val="20000"/>
                </a:prstClr>
              </a:outerShdw>
            </a:effectLst>
          </p:grpSpPr>
          <p:grpSp>
            <p:nvGrpSpPr>
              <p:cNvPr id="105" name="组合 104"/>
              <p:cNvGrpSpPr/>
              <p:nvPr/>
            </p:nvGrpSpPr>
            <p:grpSpPr>
              <a:xfrm>
                <a:off x="583825" y="2173044"/>
                <a:ext cx="1478547" cy="3219114"/>
                <a:chOff x="583825" y="2173044"/>
                <a:chExt cx="1478547" cy="3219114"/>
              </a:xfrm>
            </p:grpSpPr>
            <p:sp>
              <p:nvSpPr>
                <p:cNvPr id="109" name="折角形 1"/>
                <p:cNvSpPr/>
                <p:nvPr/>
              </p:nvSpPr>
              <p:spPr>
                <a:xfrm>
                  <a:off x="583825" y="2173044"/>
                  <a:ext cx="1478547" cy="3219114"/>
                </a:xfrm>
                <a:prstGeom prst="foldedCorner">
                  <a:avLst>
                    <a:gd name="adj" fmla="val 19322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50000"/>
                      <a:alpha val="2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112" name="等腰三角形 92"/>
                <p:cNvSpPr/>
                <p:nvPr/>
              </p:nvSpPr>
              <p:spPr>
                <a:xfrm flipV="1">
                  <a:off x="1259769" y="3836430"/>
                  <a:ext cx="152088" cy="131110"/>
                </a:xfrm>
                <a:prstGeom prst="triangle">
                  <a:avLst/>
                </a:prstGeom>
                <a:solidFill>
                  <a:srgbClr val="3271F5"/>
                </a:solidFill>
                <a:ln w="12700" cap="flat">
                  <a:noFill/>
                  <a:prstDash val="solid"/>
                  <a:miter lim="800000"/>
                </a:ln>
                <a:effectLst>
                  <a:outerShdw blurRad="127000" dist="38100" dir="5400000" algn="t" rotWithShape="0">
                    <a:prstClr val="black">
                      <a:alpha val="20000"/>
                    </a:prst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      <a:noAutofit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06" name="组合 105"/>
              <p:cNvGrpSpPr/>
              <p:nvPr/>
            </p:nvGrpSpPr>
            <p:grpSpPr>
              <a:xfrm>
                <a:off x="974387" y="2437609"/>
                <a:ext cx="705192" cy="705192"/>
                <a:chOff x="641230" y="1491531"/>
                <a:chExt cx="705192" cy="705192"/>
              </a:xfrm>
            </p:grpSpPr>
            <p:sp>
              <p:nvSpPr>
                <p:cNvPr id="107" name="椭圆 106"/>
                <p:cNvSpPr/>
                <p:nvPr/>
              </p:nvSpPr>
              <p:spPr>
                <a:xfrm>
                  <a:off x="641230" y="1491531"/>
                  <a:ext cx="705192" cy="705192"/>
                </a:xfrm>
                <a:prstGeom prst="ellipse">
                  <a:avLst/>
                </a:prstGeom>
                <a:solidFill>
                  <a:srgbClr val="00219D"/>
                </a:solidFill>
                <a:ln>
                  <a:noFill/>
                </a:ln>
                <a:effectLst>
                  <a:outerShdw blurRad="254000" dist="38100" dir="5400000" algn="t" rotWithShape="0">
                    <a:schemeClr val="bg2">
                      <a:lumMod val="50000"/>
                      <a:alpha val="20000"/>
                    </a:schemeClr>
                  </a:outerShdw>
                </a:effectLst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tIns="0" bIns="72000" rtlCol="0" anchor="ctr"/>
                <a:lstStyle/>
                <a:p>
                  <a:pPr algn="ctr" fontAlgn="auto">
                    <a:lnSpc>
                      <a:spcPct val="120000"/>
                    </a:lnSpc>
                  </a:pPr>
                  <a:endParaRPr lang="zh-CN" altLang="en-US" sz="3200" b="1" strike="noStrike" noProof="1">
                    <a:solidFill>
                      <a:srgbClr val="3171F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08" name="文本框 107"/>
                <p:cNvSpPr txBox="1"/>
                <p:nvPr/>
              </p:nvSpPr>
              <p:spPr>
                <a:xfrm>
                  <a:off x="796510" y="1549090"/>
                  <a:ext cx="412292" cy="609325"/>
                </a:xfrm>
                <a:prstGeom prst="rect">
                  <a:avLst/>
                </a:prstGeom>
                <a:noFill/>
              </p:spPr>
              <p:txBody>
                <a:bodyPr wrap="none" tIns="0" bIns="72000" rtlCol="0" anchor="ctr">
                  <a:spAutoFit/>
                </a:bodyPr>
                <a:lstStyle/>
                <a:p>
                  <a:pPr fontAlgn="auto">
                    <a:lnSpc>
                      <a:spcPct val="120000"/>
                    </a:lnSpc>
                  </a:pPr>
                  <a:r>
                    <a:rPr lang="en-US" altLang="zh-CN" sz="3200" b="1" strike="noStrike" noProof="1">
                      <a:gradFill>
                        <a:gsLst>
                          <a:gs pos="49000">
                            <a:schemeClr val="bg1"/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5400000" scaled="1"/>
                      </a:gradFill>
                      <a:latin typeface="+mn-lt"/>
                      <a:ea typeface="+mn-ea"/>
                      <a:cs typeface="+mn-ea"/>
                      <a:sym typeface="+mn-lt"/>
                    </a:rPr>
                    <a:t>5</a:t>
                  </a:r>
                  <a:endParaRPr lang="zh-CN" altLang="en-US" sz="3200" b="1" strike="noStrike" noProof="1">
                    <a:gradFill>
                      <a:gsLst>
                        <a:gs pos="49000">
                          <a:schemeClr val="bg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5400000" scaled="1"/>
                    </a:gra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5" name="组合 74"/>
            <p:cNvGrpSpPr/>
            <p:nvPr/>
          </p:nvGrpSpPr>
          <p:grpSpPr>
            <a:xfrm>
              <a:off x="8666671" y="2338144"/>
              <a:ext cx="1478547" cy="3219114"/>
              <a:chOff x="583825" y="2173044"/>
              <a:chExt cx="1478547" cy="3219114"/>
            </a:xfrm>
            <a:effectLst>
              <a:outerShdw blurRad="254000" dist="38100" dir="5400000" algn="t" rotWithShape="0">
                <a:prstClr val="black">
                  <a:alpha val="20000"/>
                </a:prstClr>
              </a:outerShdw>
            </a:effectLst>
          </p:grpSpPr>
          <p:grpSp>
            <p:nvGrpSpPr>
              <p:cNvPr id="97" name="组合 96"/>
              <p:cNvGrpSpPr/>
              <p:nvPr/>
            </p:nvGrpSpPr>
            <p:grpSpPr>
              <a:xfrm>
                <a:off x="583825" y="2173044"/>
                <a:ext cx="1478547" cy="3219114"/>
                <a:chOff x="583825" y="2173044"/>
                <a:chExt cx="1478547" cy="3219114"/>
              </a:xfrm>
            </p:grpSpPr>
            <p:sp>
              <p:nvSpPr>
                <p:cNvPr id="101" name="折角形 1"/>
                <p:cNvSpPr/>
                <p:nvPr/>
              </p:nvSpPr>
              <p:spPr>
                <a:xfrm>
                  <a:off x="583825" y="2173044"/>
                  <a:ext cx="1478547" cy="3219114"/>
                </a:xfrm>
                <a:prstGeom prst="foldedCorner">
                  <a:avLst>
                    <a:gd name="adj" fmla="val 19322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50000"/>
                      <a:alpha val="2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104" name="等腰三角形 84"/>
                <p:cNvSpPr/>
                <p:nvPr/>
              </p:nvSpPr>
              <p:spPr>
                <a:xfrm flipV="1">
                  <a:off x="1259769" y="3836430"/>
                  <a:ext cx="152088" cy="131110"/>
                </a:xfrm>
                <a:prstGeom prst="triangle">
                  <a:avLst/>
                </a:prstGeom>
                <a:solidFill>
                  <a:srgbClr val="3271F5"/>
                </a:solidFill>
                <a:ln w="12700" cap="flat">
                  <a:noFill/>
                  <a:prstDash val="solid"/>
                  <a:miter lim="800000"/>
                </a:ln>
                <a:effectLst>
                  <a:outerShdw blurRad="127000" dist="38100" dir="5400000" algn="t" rotWithShape="0">
                    <a:prstClr val="black">
                      <a:alpha val="20000"/>
                    </a:prst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      <a:noAutofit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8" name="组合 97"/>
              <p:cNvGrpSpPr/>
              <p:nvPr/>
            </p:nvGrpSpPr>
            <p:grpSpPr>
              <a:xfrm>
                <a:off x="974387" y="2437609"/>
                <a:ext cx="705192" cy="705192"/>
                <a:chOff x="641230" y="1491531"/>
                <a:chExt cx="705192" cy="705192"/>
              </a:xfrm>
            </p:grpSpPr>
            <p:sp>
              <p:nvSpPr>
                <p:cNvPr id="99" name="椭圆 98"/>
                <p:cNvSpPr/>
                <p:nvPr/>
              </p:nvSpPr>
              <p:spPr>
                <a:xfrm>
                  <a:off x="641230" y="1491531"/>
                  <a:ext cx="705192" cy="705192"/>
                </a:xfrm>
                <a:prstGeom prst="ellipse">
                  <a:avLst/>
                </a:prstGeom>
                <a:solidFill>
                  <a:srgbClr val="00219D"/>
                </a:solidFill>
                <a:ln>
                  <a:noFill/>
                </a:ln>
                <a:effectLst>
                  <a:outerShdw blurRad="254000" dist="38100" dir="5400000" algn="t" rotWithShape="0">
                    <a:schemeClr val="bg2">
                      <a:lumMod val="50000"/>
                      <a:alpha val="20000"/>
                    </a:schemeClr>
                  </a:outerShdw>
                </a:effectLst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tIns="0" bIns="72000" rtlCol="0" anchor="ctr"/>
                <a:lstStyle/>
                <a:p>
                  <a:pPr algn="ctr" fontAlgn="auto">
                    <a:lnSpc>
                      <a:spcPct val="120000"/>
                    </a:lnSpc>
                  </a:pPr>
                  <a:endParaRPr lang="zh-CN" altLang="en-US" sz="3200" b="1" strike="noStrike" noProof="1">
                    <a:solidFill>
                      <a:srgbClr val="3171F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00" name="文本框 99"/>
                <p:cNvSpPr txBox="1"/>
                <p:nvPr/>
              </p:nvSpPr>
              <p:spPr>
                <a:xfrm>
                  <a:off x="796510" y="1549090"/>
                  <a:ext cx="412292" cy="609325"/>
                </a:xfrm>
                <a:prstGeom prst="rect">
                  <a:avLst/>
                </a:prstGeom>
                <a:noFill/>
              </p:spPr>
              <p:txBody>
                <a:bodyPr wrap="none" tIns="0" bIns="72000" rtlCol="0" anchor="ctr">
                  <a:spAutoFit/>
                </a:bodyPr>
                <a:lstStyle/>
                <a:p>
                  <a:pPr fontAlgn="auto">
                    <a:lnSpc>
                      <a:spcPct val="120000"/>
                    </a:lnSpc>
                  </a:pPr>
                  <a:r>
                    <a:rPr lang="en-US" altLang="zh-CN" sz="3200" b="1" strike="noStrike" noProof="1">
                      <a:gradFill>
                        <a:gsLst>
                          <a:gs pos="49000">
                            <a:schemeClr val="bg1"/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5400000" scaled="1"/>
                      </a:gradFill>
                      <a:latin typeface="+mn-lt"/>
                      <a:ea typeface="+mn-ea"/>
                      <a:cs typeface="+mn-ea"/>
                      <a:sym typeface="+mn-lt"/>
                    </a:rPr>
                    <a:t>6</a:t>
                  </a:r>
                  <a:endParaRPr lang="zh-CN" altLang="en-US" sz="3200" b="1" strike="noStrike" noProof="1">
                    <a:gradFill>
                      <a:gsLst>
                        <a:gs pos="49000">
                          <a:schemeClr val="bg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5400000" scaled="1"/>
                    </a:gra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6" name="组合 75"/>
            <p:cNvGrpSpPr/>
            <p:nvPr/>
          </p:nvGrpSpPr>
          <p:grpSpPr>
            <a:xfrm>
              <a:off x="10296683" y="2338144"/>
              <a:ext cx="1478547" cy="3219114"/>
              <a:chOff x="583825" y="2173044"/>
              <a:chExt cx="1478547" cy="3219114"/>
            </a:xfrm>
            <a:effectLst>
              <a:outerShdw blurRad="254000" dist="38100" dir="5400000" algn="t" rotWithShape="0">
                <a:prstClr val="black">
                  <a:alpha val="20000"/>
                </a:prstClr>
              </a:outerShdw>
            </a:effectLst>
          </p:grpSpPr>
          <p:grpSp>
            <p:nvGrpSpPr>
              <p:cNvPr id="77" name="组合 76"/>
              <p:cNvGrpSpPr/>
              <p:nvPr/>
            </p:nvGrpSpPr>
            <p:grpSpPr>
              <a:xfrm>
                <a:off x="583825" y="2173044"/>
                <a:ext cx="1478547" cy="3219114"/>
                <a:chOff x="583825" y="2173044"/>
                <a:chExt cx="1478547" cy="3219114"/>
              </a:xfrm>
            </p:grpSpPr>
            <p:sp>
              <p:nvSpPr>
                <p:cNvPr id="93" name="折角形 1"/>
                <p:cNvSpPr/>
                <p:nvPr/>
              </p:nvSpPr>
              <p:spPr>
                <a:xfrm>
                  <a:off x="583825" y="2173044"/>
                  <a:ext cx="1478547" cy="3219114"/>
                </a:xfrm>
                <a:prstGeom prst="foldedCorner">
                  <a:avLst>
                    <a:gd name="adj" fmla="val 19322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50000"/>
                      <a:alpha val="2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96" name="等腰三角形 76"/>
                <p:cNvSpPr/>
                <p:nvPr/>
              </p:nvSpPr>
              <p:spPr>
                <a:xfrm flipV="1">
                  <a:off x="1259769" y="3836430"/>
                  <a:ext cx="152088" cy="131110"/>
                </a:xfrm>
                <a:prstGeom prst="triangle">
                  <a:avLst/>
                </a:prstGeom>
                <a:solidFill>
                  <a:srgbClr val="3271F5"/>
                </a:solidFill>
                <a:ln w="12700" cap="flat">
                  <a:noFill/>
                  <a:prstDash val="solid"/>
                  <a:miter lim="800000"/>
                </a:ln>
                <a:effectLst>
                  <a:outerShdw blurRad="127000" dist="38100" dir="5400000" algn="t" rotWithShape="0">
                    <a:prstClr val="black">
                      <a:alpha val="20000"/>
                    </a:prst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      <a:noAutofit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974387" y="2437609"/>
                <a:ext cx="705192" cy="705192"/>
                <a:chOff x="641230" y="1491531"/>
                <a:chExt cx="705192" cy="705192"/>
              </a:xfrm>
            </p:grpSpPr>
            <p:sp>
              <p:nvSpPr>
                <p:cNvPr id="91" name="椭圆 90"/>
                <p:cNvSpPr/>
                <p:nvPr/>
              </p:nvSpPr>
              <p:spPr>
                <a:xfrm>
                  <a:off x="641230" y="1491531"/>
                  <a:ext cx="705192" cy="705192"/>
                </a:xfrm>
                <a:prstGeom prst="ellipse">
                  <a:avLst/>
                </a:prstGeom>
                <a:solidFill>
                  <a:srgbClr val="00219D"/>
                </a:solidFill>
                <a:ln>
                  <a:noFill/>
                </a:ln>
                <a:effectLst>
                  <a:outerShdw blurRad="254000" dist="38100" dir="5400000" algn="t" rotWithShape="0">
                    <a:schemeClr val="bg2">
                      <a:lumMod val="50000"/>
                      <a:alpha val="20000"/>
                    </a:schemeClr>
                  </a:outerShdw>
                </a:effectLst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tIns="0" bIns="72000" rtlCol="0" anchor="ctr"/>
                <a:lstStyle/>
                <a:p>
                  <a:pPr algn="ctr" fontAlgn="auto">
                    <a:lnSpc>
                      <a:spcPct val="120000"/>
                    </a:lnSpc>
                  </a:pPr>
                  <a:endParaRPr lang="zh-CN" altLang="en-US" sz="3200" b="1" strike="noStrike" noProof="1">
                    <a:solidFill>
                      <a:srgbClr val="3171F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2" name="文本框 91"/>
                <p:cNvSpPr txBox="1"/>
                <p:nvPr/>
              </p:nvSpPr>
              <p:spPr>
                <a:xfrm>
                  <a:off x="796510" y="1549090"/>
                  <a:ext cx="412292" cy="609325"/>
                </a:xfrm>
                <a:prstGeom prst="rect">
                  <a:avLst/>
                </a:prstGeom>
                <a:noFill/>
              </p:spPr>
              <p:txBody>
                <a:bodyPr wrap="none" tIns="0" bIns="72000" rtlCol="0" anchor="ctr">
                  <a:spAutoFit/>
                </a:bodyPr>
                <a:lstStyle/>
                <a:p>
                  <a:pPr fontAlgn="auto">
                    <a:lnSpc>
                      <a:spcPct val="120000"/>
                    </a:lnSpc>
                  </a:pPr>
                  <a:r>
                    <a:rPr lang="en-US" altLang="zh-CN" sz="3200" b="1" strike="noStrike" noProof="1">
                      <a:gradFill>
                        <a:gsLst>
                          <a:gs pos="49000">
                            <a:schemeClr val="bg1"/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5400000" scaled="1"/>
                      </a:gradFill>
                      <a:latin typeface="+mn-lt"/>
                      <a:ea typeface="+mn-ea"/>
                      <a:cs typeface="+mn-ea"/>
                      <a:sym typeface="+mn-lt"/>
                    </a:rPr>
                    <a:t>7</a:t>
                  </a:r>
                  <a:endParaRPr lang="zh-CN" altLang="en-US" sz="3200" b="1" strike="noStrike" noProof="1">
                    <a:gradFill>
                      <a:gsLst>
                        <a:gs pos="49000">
                          <a:schemeClr val="bg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5400000" scaled="1"/>
                    </a:gradFill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14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16606" y="2706992"/>
            <a:ext cx="1478547" cy="64611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6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516606" y="3675632"/>
            <a:ext cx="1478547" cy="12970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7" name="文本占位符 4"/>
          <p:cNvSpPr>
            <a:spLocks noGrp="1"/>
          </p:cNvSpPr>
          <p:nvPr>
            <p:ph type="body" sz="quarter" idx="31"/>
          </p:nvPr>
        </p:nvSpPr>
        <p:spPr>
          <a:xfrm>
            <a:off x="2129506" y="2706992"/>
            <a:ext cx="1478547" cy="64611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8" name="文本占位符 4"/>
          <p:cNvSpPr>
            <a:spLocks noGrp="1"/>
          </p:cNvSpPr>
          <p:nvPr>
            <p:ph type="body" sz="quarter" idx="32"/>
          </p:nvPr>
        </p:nvSpPr>
        <p:spPr>
          <a:xfrm>
            <a:off x="2129506" y="3675632"/>
            <a:ext cx="1478547" cy="12970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9" name="文本占位符 4"/>
          <p:cNvSpPr>
            <a:spLocks noGrp="1"/>
          </p:cNvSpPr>
          <p:nvPr>
            <p:ph type="body" sz="quarter" idx="33"/>
          </p:nvPr>
        </p:nvSpPr>
        <p:spPr>
          <a:xfrm>
            <a:off x="3780506" y="2706992"/>
            <a:ext cx="1478547" cy="64611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50" name="文本占位符 4"/>
          <p:cNvSpPr>
            <a:spLocks noGrp="1"/>
          </p:cNvSpPr>
          <p:nvPr>
            <p:ph type="body" sz="quarter" idx="34"/>
          </p:nvPr>
        </p:nvSpPr>
        <p:spPr>
          <a:xfrm>
            <a:off x="3780506" y="3675632"/>
            <a:ext cx="1478547" cy="12970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51" name="文本占位符 4"/>
          <p:cNvSpPr>
            <a:spLocks noGrp="1"/>
          </p:cNvSpPr>
          <p:nvPr>
            <p:ph type="body" sz="quarter" idx="35"/>
          </p:nvPr>
        </p:nvSpPr>
        <p:spPr>
          <a:xfrm>
            <a:off x="5393406" y="2706992"/>
            <a:ext cx="1478547" cy="64611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52" name="文本占位符 4"/>
          <p:cNvSpPr>
            <a:spLocks noGrp="1"/>
          </p:cNvSpPr>
          <p:nvPr>
            <p:ph type="body" sz="quarter" idx="36"/>
          </p:nvPr>
        </p:nvSpPr>
        <p:spPr>
          <a:xfrm>
            <a:off x="5393406" y="3675632"/>
            <a:ext cx="1478547" cy="12970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53" name="文本占位符 4"/>
          <p:cNvSpPr>
            <a:spLocks noGrp="1"/>
          </p:cNvSpPr>
          <p:nvPr>
            <p:ph type="body" sz="quarter" idx="37"/>
          </p:nvPr>
        </p:nvSpPr>
        <p:spPr>
          <a:xfrm>
            <a:off x="7031706" y="2706992"/>
            <a:ext cx="1478547" cy="64611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54" name="文本占位符 4"/>
          <p:cNvSpPr>
            <a:spLocks noGrp="1"/>
          </p:cNvSpPr>
          <p:nvPr>
            <p:ph type="body" sz="quarter" idx="38"/>
          </p:nvPr>
        </p:nvSpPr>
        <p:spPr>
          <a:xfrm>
            <a:off x="7031706" y="3675632"/>
            <a:ext cx="1478547" cy="12970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55" name="文本占位符 4"/>
          <p:cNvSpPr>
            <a:spLocks noGrp="1"/>
          </p:cNvSpPr>
          <p:nvPr>
            <p:ph type="body" sz="quarter" idx="39"/>
          </p:nvPr>
        </p:nvSpPr>
        <p:spPr>
          <a:xfrm>
            <a:off x="8644606" y="2706992"/>
            <a:ext cx="1478547" cy="64611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56" name="文本占位符 4"/>
          <p:cNvSpPr>
            <a:spLocks noGrp="1"/>
          </p:cNvSpPr>
          <p:nvPr>
            <p:ph type="body" sz="quarter" idx="40"/>
          </p:nvPr>
        </p:nvSpPr>
        <p:spPr>
          <a:xfrm>
            <a:off x="8644606" y="3675632"/>
            <a:ext cx="1478547" cy="12970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57" name="文本占位符 4"/>
          <p:cNvSpPr>
            <a:spLocks noGrp="1"/>
          </p:cNvSpPr>
          <p:nvPr>
            <p:ph type="body" sz="quarter" idx="41"/>
          </p:nvPr>
        </p:nvSpPr>
        <p:spPr>
          <a:xfrm>
            <a:off x="10308306" y="2706992"/>
            <a:ext cx="1478547" cy="64611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58" name="文本占位符 4"/>
          <p:cNvSpPr>
            <a:spLocks noGrp="1"/>
          </p:cNvSpPr>
          <p:nvPr>
            <p:ph type="body" sz="quarter" idx="42"/>
          </p:nvPr>
        </p:nvSpPr>
        <p:spPr>
          <a:xfrm>
            <a:off x="10308306" y="3675632"/>
            <a:ext cx="1478547" cy="12970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4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版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>
            <a:spLocks noChangeAspect="1"/>
          </p:cNvSpPr>
          <p:nvPr userDrawn="1"/>
        </p:nvSpPr>
        <p:spPr>
          <a:xfrm>
            <a:off x="4866445" y="2237082"/>
            <a:ext cx="2448000" cy="2448000"/>
          </a:xfrm>
          <a:prstGeom prst="ellipse">
            <a:avLst/>
          </a:prstGeom>
          <a:noFill/>
          <a:ln w="1270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006000" y="2165082"/>
            <a:ext cx="180000" cy="1296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7" name="矩形 56"/>
          <p:cNvSpPr/>
          <p:nvPr userDrawn="1"/>
        </p:nvSpPr>
        <p:spPr>
          <a:xfrm rot="5400000">
            <a:off x="6659555" y="2776087"/>
            <a:ext cx="180000" cy="1296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8" name="矩形 57"/>
          <p:cNvSpPr/>
          <p:nvPr userDrawn="1"/>
        </p:nvSpPr>
        <p:spPr>
          <a:xfrm rot="2700000">
            <a:off x="6485382" y="2366563"/>
            <a:ext cx="180000" cy="1296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9" name="矩形 58"/>
          <p:cNvSpPr/>
          <p:nvPr userDrawn="1"/>
        </p:nvSpPr>
        <p:spPr>
          <a:xfrm rot="5400000">
            <a:off x="5352445" y="2776087"/>
            <a:ext cx="180000" cy="1296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79" name="矩形 78"/>
          <p:cNvSpPr/>
          <p:nvPr userDrawn="1"/>
        </p:nvSpPr>
        <p:spPr>
          <a:xfrm rot="18900000">
            <a:off x="5533665" y="2363238"/>
            <a:ext cx="180000" cy="1296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80" name="矩形 79"/>
          <p:cNvSpPr/>
          <p:nvPr userDrawn="1"/>
        </p:nvSpPr>
        <p:spPr>
          <a:xfrm rot="8100000">
            <a:off x="6485383" y="3289670"/>
            <a:ext cx="180000" cy="1296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81" name="矩形 80"/>
          <p:cNvSpPr/>
          <p:nvPr userDrawn="1"/>
        </p:nvSpPr>
        <p:spPr>
          <a:xfrm rot="13500000">
            <a:off x="5533666" y="3286345"/>
            <a:ext cx="180000" cy="1296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82" name="矩形 81"/>
          <p:cNvSpPr/>
          <p:nvPr userDrawn="1"/>
        </p:nvSpPr>
        <p:spPr>
          <a:xfrm>
            <a:off x="6006000" y="3462659"/>
            <a:ext cx="180000" cy="1296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8" name="直线连接符 7"/>
          <p:cNvCxnSpPr/>
          <p:nvPr userDrawn="1"/>
        </p:nvCxnSpPr>
        <p:spPr>
          <a:xfrm flipV="1">
            <a:off x="6006000" y="1945638"/>
            <a:ext cx="0" cy="360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3" name="直线连接符 82"/>
          <p:cNvCxnSpPr/>
          <p:nvPr userDrawn="1"/>
        </p:nvCxnSpPr>
        <p:spPr>
          <a:xfrm flipV="1">
            <a:off x="6192350" y="4622163"/>
            <a:ext cx="0" cy="360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直线连接符 11"/>
          <p:cNvCxnSpPr/>
          <p:nvPr userDrawn="1"/>
        </p:nvCxnSpPr>
        <p:spPr>
          <a:xfrm>
            <a:off x="7245350" y="3327737"/>
            <a:ext cx="720000" cy="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4" name="直线连接符 83"/>
          <p:cNvCxnSpPr/>
          <p:nvPr userDrawn="1"/>
        </p:nvCxnSpPr>
        <p:spPr>
          <a:xfrm>
            <a:off x="4210496" y="3518237"/>
            <a:ext cx="720000" cy="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直线连接符 84"/>
          <p:cNvCxnSpPr/>
          <p:nvPr userDrawn="1"/>
        </p:nvCxnSpPr>
        <p:spPr>
          <a:xfrm>
            <a:off x="7116278" y="2335788"/>
            <a:ext cx="845897" cy="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直线连接符 87"/>
          <p:cNvCxnSpPr/>
          <p:nvPr userDrawn="1"/>
        </p:nvCxnSpPr>
        <p:spPr>
          <a:xfrm rot="2700000" flipV="1">
            <a:off x="6992173" y="2283068"/>
            <a:ext cx="0" cy="360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直线连接符 88"/>
          <p:cNvCxnSpPr/>
          <p:nvPr userDrawn="1"/>
        </p:nvCxnSpPr>
        <p:spPr>
          <a:xfrm>
            <a:off x="4210496" y="2463068"/>
            <a:ext cx="731597" cy="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0" name="直线连接符 89"/>
          <p:cNvCxnSpPr/>
          <p:nvPr userDrawn="1"/>
        </p:nvCxnSpPr>
        <p:spPr>
          <a:xfrm rot="8100000" flipV="1">
            <a:off x="5066198" y="2410348"/>
            <a:ext cx="0" cy="360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直线连接符 90"/>
          <p:cNvCxnSpPr/>
          <p:nvPr userDrawn="1"/>
        </p:nvCxnSpPr>
        <p:spPr>
          <a:xfrm>
            <a:off x="4210496" y="4601555"/>
            <a:ext cx="881799" cy="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2" name="直线连接符 91"/>
          <p:cNvCxnSpPr/>
          <p:nvPr userDrawn="1"/>
        </p:nvCxnSpPr>
        <p:spPr>
          <a:xfrm rot="-8100000" flipV="1">
            <a:off x="5215296" y="4294275"/>
            <a:ext cx="0" cy="360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3" name="直线连接符 92"/>
          <p:cNvCxnSpPr/>
          <p:nvPr userDrawn="1"/>
        </p:nvCxnSpPr>
        <p:spPr>
          <a:xfrm>
            <a:off x="7234033" y="4459188"/>
            <a:ext cx="728142" cy="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直线连接符 93"/>
          <p:cNvCxnSpPr/>
          <p:nvPr userDrawn="1"/>
        </p:nvCxnSpPr>
        <p:spPr>
          <a:xfrm rot="8100000" flipV="1">
            <a:off x="7109928" y="4155560"/>
            <a:ext cx="0" cy="360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4930495" y="3268912"/>
            <a:ext cx="2314855" cy="31854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219D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35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36" name="矩形 3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7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39" name="文本占位符 4"/>
          <p:cNvSpPr>
            <a:spLocks noGrp="1"/>
          </p:cNvSpPr>
          <p:nvPr>
            <p:ph type="body" sz="quarter" idx="31"/>
          </p:nvPr>
        </p:nvSpPr>
        <p:spPr>
          <a:xfrm>
            <a:off x="4568331" y="1581952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0" name="文本占位符 4"/>
          <p:cNvSpPr>
            <a:spLocks noGrp="1"/>
          </p:cNvSpPr>
          <p:nvPr>
            <p:ph type="body" sz="quarter" idx="32"/>
          </p:nvPr>
        </p:nvSpPr>
        <p:spPr>
          <a:xfrm>
            <a:off x="7975560" y="2158895"/>
            <a:ext cx="2875338" cy="34469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1" name="文本占位符 4"/>
          <p:cNvSpPr>
            <a:spLocks noGrp="1"/>
          </p:cNvSpPr>
          <p:nvPr>
            <p:ph type="body" sz="quarter" idx="33"/>
          </p:nvPr>
        </p:nvSpPr>
        <p:spPr>
          <a:xfrm>
            <a:off x="7975560" y="3149495"/>
            <a:ext cx="2875338" cy="34469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2" name="文本占位符 4"/>
          <p:cNvSpPr>
            <a:spLocks noGrp="1"/>
          </p:cNvSpPr>
          <p:nvPr>
            <p:ph type="body" sz="quarter" idx="34"/>
          </p:nvPr>
        </p:nvSpPr>
        <p:spPr>
          <a:xfrm>
            <a:off x="7975560" y="4281610"/>
            <a:ext cx="2875338" cy="34469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3" name="文本占位符 4"/>
          <p:cNvSpPr>
            <a:spLocks noGrp="1"/>
          </p:cNvSpPr>
          <p:nvPr>
            <p:ph type="body" sz="quarter" idx="35"/>
          </p:nvPr>
        </p:nvSpPr>
        <p:spPr>
          <a:xfrm>
            <a:off x="1335274" y="2289522"/>
            <a:ext cx="2875338" cy="344690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4" name="文本占位符 4"/>
          <p:cNvSpPr>
            <a:spLocks noGrp="1"/>
          </p:cNvSpPr>
          <p:nvPr>
            <p:ph type="body" sz="quarter" idx="36"/>
          </p:nvPr>
        </p:nvSpPr>
        <p:spPr>
          <a:xfrm>
            <a:off x="1335274" y="3347013"/>
            <a:ext cx="2875338" cy="344690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37"/>
          </p:nvPr>
        </p:nvSpPr>
        <p:spPr>
          <a:xfrm>
            <a:off x="1335274" y="4434009"/>
            <a:ext cx="2875338" cy="344690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6" name="文本占位符 4"/>
          <p:cNvSpPr>
            <a:spLocks noGrp="1"/>
          </p:cNvSpPr>
          <p:nvPr>
            <p:ph type="body" sz="quarter" idx="38"/>
          </p:nvPr>
        </p:nvSpPr>
        <p:spPr>
          <a:xfrm>
            <a:off x="4568331" y="5000067"/>
            <a:ext cx="2875338" cy="34469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版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/>
          <p:cNvSpPr>
            <a:spLocks noChangeAspect="1"/>
          </p:cNvSpPr>
          <p:nvPr userDrawn="1"/>
        </p:nvSpPr>
        <p:spPr>
          <a:xfrm>
            <a:off x="862155" y="1809000"/>
            <a:ext cx="3240000" cy="3240000"/>
          </a:xfrm>
          <a:prstGeom prst="ellipse">
            <a:avLst/>
          </a:prstGeom>
          <a:noFill/>
          <a:ln w="38100" cap="flat">
            <a:solidFill>
              <a:srgbClr val="3271F5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7" name="椭圆 36"/>
          <p:cNvSpPr>
            <a:spLocks noChangeAspect="1"/>
          </p:cNvSpPr>
          <p:nvPr userDrawn="1"/>
        </p:nvSpPr>
        <p:spPr>
          <a:xfrm>
            <a:off x="1399402" y="1905389"/>
            <a:ext cx="2160000" cy="2160000"/>
          </a:xfrm>
          <a:prstGeom prst="ellipse">
            <a:avLst/>
          </a:prstGeom>
          <a:noFill/>
          <a:ln w="38100" cap="flat">
            <a:solidFill>
              <a:srgbClr val="0034A7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8" name="椭圆 37"/>
          <p:cNvSpPr>
            <a:spLocks noChangeAspect="1"/>
          </p:cNvSpPr>
          <p:nvPr userDrawn="1"/>
        </p:nvSpPr>
        <p:spPr>
          <a:xfrm>
            <a:off x="1939402" y="2047493"/>
            <a:ext cx="1080000" cy="1080000"/>
          </a:xfrm>
          <a:prstGeom prst="ellipse">
            <a:avLst/>
          </a:prstGeom>
          <a:noFill/>
          <a:ln w="38100" cap="flat">
            <a:solidFill>
              <a:srgbClr val="3271F5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" name="椭圆 2"/>
          <p:cNvSpPr>
            <a:spLocks noChangeAspect="1"/>
          </p:cNvSpPr>
          <p:nvPr userDrawn="1"/>
        </p:nvSpPr>
        <p:spPr>
          <a:xfrm>
            <a:off x="2455260" y="2543524"/>
            <a:ext cx="72000" cy="72000"/>
          </a:xfrm>
          <a:prstGeom prst="ellipse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7" name="直线连接符 6"/>
          <p:cNvCxnSpPr/>
          <p:nvPr userDrawn="1"/>
        </p:nvCxnSpPr>
        <p:spPr>
          <a:xfrm flipV="1">
            <a:off x="2516715" y="2567377"/>
            <a:ext cx="2808000" cy="10544"/>
          </a:xfrm>
          <a:prstGeom prst="line">
            <a:avLst/>
          </a:prstGeom>
          <a:noFill/>
          <a:ln w="12700" cap="flat">
            <a:solidFill>
              <a:srgbClr val="3271F5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4" name="椭圆 43"/>
          <p:cNvSpPr>
            <a:spLocks noChangeAspect="1"/>
          </p:cNvSpPr>
          <p:nvPr userDrawn="1"/>
        </p:nvSpPr>
        <p:spPr>
          <a:xfrm>
            <a:off x="2455260" y="3537437"/>
            <a:ext cx="72000" cy="72000"/>
          </a:xfrm>
          <a:prstGeom prst="ellipse">
            <a:avLst/>
          </a:prstGeom>
          <a:solidFill>
            <a:srgbClr val="0034A7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45" name="直线连接符 44"/>
          <p:cNvCxnSpPr/>
          <p:nvPr userDrawn="1"/>
        </p:nvCxnSpPr>
        <p:spPr>
          <a:xfrm flipV="1">
            <a:off x="2516716" y="3560113"/>
            <a:ext cx="2808000" cy="11721"/>
          </a:xfrm>
          <a:prstGeom prst="line">
            <a:avLst/>
          </a:prstGeom>
          <a:noFill/>
          <a:ln w="12700" cap="flat">
            <a:solidFill>
              <a:srgbClr val="0034A7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椭圆 45"/>
          <p:cNvSpPr>
            <a:spLocks noChangeAspect="1"/>
          </p:cNvSpPr>
          <p:nvPr userDrawn="1"/>
        </p:nvSpPr>
        <p:spPr>
          <a:xfrm>
            <a:off x="2455260" y="4547253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47" name="直线连接符 46"/>
          <p:cNvCxnSpPr/>
          <p:nvPr userDrawn="1"/>
        </p:nvCxnSpPr>
        <p:spPr>
          <a:xfrm flipV="1">
            <a:off x="2516715" y="4571106"/>
            <a:ext cx="2808000" cy="10544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1" name="矩形 20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3" name="文本占位符 4"/>
          <p:cNvSpPr>
            <a:spLocks noGrp="1"/>
          </p:cNvSpPr>
          <p:nvPr>
            <p:ph type="body" sz="quarter" idx="31"/>
          </p:nvPr>
        </p:nvSpPr>
        <p:spPr>
          <a:xfrm>
            <a:off x="5324714" y="2410439"/>
            <a:ext cx="6030673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4" name="文本占位符 4"/>
          <p:cNvSpPr>
            <a:spLocks noGrp="1"/>
          </p:cNvSpPr>
          <p:nvPr>
            <p:ph type="body" sz="quarter" idx="32"/>
          </p:nvPr>
        </p:nvSpPr>
        <p:spPr>
          <a:xfrm>
            <a:off x="5324714" y="2767292"/>
            <a:ext cx="6030673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25" name="文本占位符 4"/>
          <p:cNvSpPr>
            <a:spLocks noGrp="1"/>
          </p:cNvSpPr>
          <p:nvPr>
            <p:ph type="body" sz="quarter" idx="33"/>
          </p:nvPr>
        </p:nvSpPr>
        <p:spPr>
          <a:xfrm>
            <a:off x="5324714" y="3390154"/>
            <a:ext cx="6030673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6" name="文本占位符 4"/>
          <p:cNvSpPr>
            <a:spLocks noGrp="1"/>
          </p:cNvSpPr>
          <p:nvPr>
            <p:ph type="body" sz="quarter" idx="34"/>
          </p:nvPr>
        </p:nvSpPr>
        <p:spPr>
          <a:xfrm>
            <a:off x="5324714" y="3747007"/>
            <a:ext cx="6030673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7" name="文本占位符 4"/>
          <p:cNvSpPr>
            <a:spLocks noGrp="1"/>
          </p:cNvSpPr>
          <p:nvPr>
            <p:ph type="body" sz="quarter" idx="35"/>
          </p:nvPr>
        </p:nvSpPr>
        <p:spPr>
          <a:xfrm>
            <a:off x="5324714" y="4402526"/>
            <a:ext cx="6030673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8" name="文本占位符 4"/>
          <p:cNvSpPr>
            <a:spLocks noGrp="1"/>
          </p:cNvSpPr>
          <p:nvPr>
            <p:ph type="body" sz="quarter" idx="36"/>
          </p:nvPr>
        </p:nvSpPr>
        <p:spPr>
          <a:xfrm>
            <a:off x="5324714" y="4759379"/>
            <a:ext cx="6030673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版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直线连接符 70"/>
          <p:cNvCxnSpPr/>
          <p:nvPr userDrawn="1"/>
        </p:nvCxnSpPr>
        <p:spPr>
          <a:xfrm>
            <a:off x="6096000" y="3498337"/>
            <a:ext cx="2728553" cy="1552452"/>
          </a:xfrm>
          <a:prstGeom prst="line">
            <a:avLst/>
          </a:prstGeom>
          <a:noFill/>
          <a:ln w="12700" cap="flat">
            <a:solidFill>
              <a:srgbClr val="0034A7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2" name="直线连接符 71"/>
          <p:cNvCxnSpPr>
            <a:stCxn id="42" idx="3"/>
          </p:cNvCxnSpPr>
          <p:nvPr userDrawn="1"/>
        </p:nvCxnSpPr>
        <p:spPr>
          <a:xfrm>
            <a:off x="6816001" y="3507705"/>
            <a:ext cx="4100498" cy="733159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直线连接符 72"/>
          <p:cNvCxnSpPr/>
          <p:nvPr userDrawn="1"/>
        </p:nvCxnSpPr>
        <p:spPr>
          <a:xfrm flipV="1">
            <a:off x="6090445" y="2121952"/>
            <a:ext cx="1834109" cy="1377315"/>
          </a:xfrm>
          <a:prstGeom prst="line">
            <a:avLst/>
          </a:prstGeom>
          <a:noFill/>
          <a:ln w="12700" cap="flat">
            <a:solidFill>
              <a:srgbClr val="0034A7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4" name="直线连接符 73"/>
          <p:cNvCxnSpPr/>
          <p:nvPr userDrawn="1"/>
        </p:nvCxnSpPr>
        <p:spPr>
          <a:xfrm flipV="1">
            <a:off x="6090445" y="2652970"/>
            <a:ext cx="4736054" cy="857939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直线连接符 69"/>
          <p:cNvCxnSpPr/>
          <p:nvPr userDrawn="1"/>
        </p:nvCxnSpPr>
        <p:spPr>
          <a:xfrm flipV="1">
            <a:off x="3634153" y="3504355"/>
            <a:ext cx="2461847" cy="1254781"/>
          </a:xfrm>
          <a:prstGeom prst="line">
            <a:avLst/>
          </a:prstGeom>
          <a:noFill/>
          <a:ln w="12700" cap="flat">
            <a:solidFill>
              <a:srgbClr val="0034A7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8" name="直线连接符 67"/>
          <p:cNvCxnSpPr/>
          <p:nvPr userDrawn="1"/>
        </p:nvCxnSpPr>
        <p:spPr>
          <a:xfrm>
            <a:off x="1196610" y="2661952"/>
            <a:ext cx="4899390" cy="842403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9" name="直线连接符 68"/>
          <p:cNvCxnSpPr/>
          <p:nvPr userDrawn="1"/>
        </p:nvCxnSpPr>
        <p:spPr>
          <a:xfrm flipV="1">
            <a:off x="1547446" y="3504355"/>
            <a:ext cx="4548554" cy="371642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7" name="直线连接符 66"/>
          <p:cNvCxnSpPr/>
          <p:nvPr userDrawn="1"/>
        </p:nvCxnSpPr>
        <p:spPr>
          <a:xfrm>
            <a:off x="4024923" y="1953413"/>
            <a:ext cx="2071077" cy="1550942"/>
          </a:xfrm>
          <a:prstGeom prst="line">
            <a:avLst/>
          </a:prstGeom>
          <a:noFill/>
          <a:ln w="12700" cap="flat">
            <a:solidFill>
              <a:srgbClr val="0034A7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椭圆 40"/>
          <p:cNvSpPr>
            <a:spLocks noChangeAspect="1"/>
          </p:cNvSpPr>
          <p:nvPr userDrawn="1"/>
        </p:nvSpPr>
        <p:spPr>
          <a:xfrm>
            <a:off x="5376000" y="2787705"/>
            <a:ext cx="1440000" cy="1440000"/>
          </a:xfrm>
          <a:prstGeom prst="ellipse">
            <a:avLst/>
          </a:prstGeom>
          <a:solidFill>
            <a:srgbClr val="3271F5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42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5376001" y="3228283"/>
            <a:ext cx="1440000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43" name="椭圆 42"/>
          <p:cNvSpPr>
            <a:spLocks noChangeAspect="1"/>
          </p:cNvSpPr>
          <p:nvPr userDrawn="1"/>
        </p:nvSpPr>
        <p:spPr>
          <a:xfrm>
            <a:off x="7384554" y="1581952"/>
            <a:ext cx="1080000" cy="1080000"/>
          </a:xfrm>
          <a:prstGeom prst="ellipse">
            <a:avLst/>
          </a:prstGeom>
          <a:solidFill>
            <a:srgbClr val="0034A7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48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384555" y="1842530"/>
            <a:ext cx="1079999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49" name="椭圆 48"/>
          <p:cNvSpPr>
            <a:spLocks noChangeAspect="1"/>
          </p:cNvSpPr>
          <p:nvPr userDrawn="1"/>
        </p:nvSpPr>
        <p:spPr>
          <a:xfrm>
            <a:off x="3104162" y="4231367"/>
            <a:ext cx="1080000" cy="1080000"/>
          </a:xfrm>
          <a:prstGeom prst="ellipse">
            <a:avLst/>
          </a:prstGeom>
          <a:solidFill>
            <a:srgbClr val="0034A7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0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3104163" y="4491945"/>
            <a:ext cx="1079999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55" name="椭圆 54"/>
          <p:cNvSpPr>
            <a:spLocks noChangeAspect="1"/>
          </p:cNvSpPr>
          <p:nvPr userDrawn="1"/>
        </p:nvSpPr>
        <p:spPr>
          <a:xfrm>
            <a:off x="3644162" y="1581952"/>
            <a:ext cx="720000" cy="720000"/>
          </a:xfrm>
          <a:prstGeom prst="ellipse">
            <a:avLst/>
          </a:prstGeom>
          <a:solidFill>
            <a:srgbClr val="0034A7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6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3644163" y="1662530"/>
            <a:ext cx="719999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57" name="椭圆 56"/>
          <p:cNvSpPr>
            <a:spLocks noChangeAspect="1"/>
          </p:cNvSpPr>
          <p:nvPr userDrawn="1"/>
        </p:nvSpPr>
        <p:spPr>
          <a:xfrm>
            <a:off x="836610" y="2308600"/>
            <a:ext cx="720000" cy="720000"/>
          </a:xfrm>
          <a:prstGeom prst="ellipse">
            <a:avLst/>
          </a:prstGeom>
          <a:solidFill>
            <a:srgbClr val="3171F4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8" name="文本占位符 4"/>
          <p:cNvSpPr>
            <a:spLocks noGrp="1"/>
          </p:cNvSpPr>
          <p:nvPr>
            <p:ph type="body" sz="quarter" idx="16"/>
          </p:nvPr>
        </p:nvSpPr>
        <p:spPr>
          <a:xfrm>
            <a:off x="836611" y="2389178"/>
            <a:ext cx="719999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59" name="椭圆 58"/>
          <p:cNvSpPr>
            <a:spLocks noChangeAspect="1"/>
          </p:cNvSpPr>
          <p:nvPr userDrawn="1"/>
        </p:nvSpPr>
        <p:spPr>
          <a:xfrm>
            <a:off x="10466499" y="2292970"/>
            <a:ext cx="720000" cy="720000"/>
          </a:xfrm>
          <a:prstGeom prst="ellipse">
            <a:avLst/>
          </a:prstGeom>
          <a:solidFill>
            <a:srgbClr val="3171F4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60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10466500" y="2373548"/>
            <a:ext cx="719999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61" name="椭圆 60"/>
          <p:cNvSpPr>
            <a:spLocks noChangeAspect="1"/>
          </p:cNvSpPr>
          <p:nvPr userDrawn="1"/>
        </p:nvSpPr>
        <p:spPr>
          <a:xfrm>
            <a:off x="10466499" y="3768283"/>
            <a:ext cx="900000" cy="900000"/>
          </a:xfrm>
          <a:prstGeom prst="ellipse">
            <a:avLst/>
          </a:prstGeom>
          <a:solidFill>
            <a:srgbClr val="3171F4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62" name="文本占位符 4"/>
          <p:cNvSpPr>
            <a:spLocks noGrp="1"/>
          </p:cNvSpPr>
          <p:nvPr>
            <p:ph type="body" sz="quarter" idx="18"/>
          </p:nvPr>
        </p:nvSpPr>
        <p:spPr>
          <a:xfrm>
            <a:off x="10466500" y="3938861"/>
            <a:ext cx="899999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63" name="椭圆 62"/>
          <p:cNvSpPr>
            <a:spLocks noChangeAspect="1"/>
          </p:cNvSpPr>
          <p:nvPr userDrawn="1"/>
        </p:nvSpPr>
        <p:spPr>
          <a:xfrm>
            <a:off x="8464553" y="4668847"/>
            <a:ext cx="720000" cy="720000"/>
          </a:xfrm>
          <a:prstGeom prst="ellipse">
            <a:avLst/>
          </a:prstGeom>
          <a:solidFill>
            <a:srgbClr val="0034A7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64" name="文本占位符 4"/>
          <p:cNvSpPr>
            <a:spLocks noGrp="1"/>
          </p:cNvSpPr>
          <p:nvPr>
            <p:ph type="body" sz="quarter" idx="19"/>
          </p:nvPr>
        </p:nvSpPr>
        <p:spPr>
          <a:xfrm>
            <a:off x="8464554" y="4749425"/>
            <a:ext cx="719999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65" name="椭圆 64"/>
          <p:cNvSpPr>
            <a:spLocks noChangeAspect="1"/>
          </p:cNvSpPr>
          <p:nvPr userDrawn="1"/>
        </p:nvSpPr>
        <p:spPr>
          <a:xfrm>
            <a:off x="1196610" y="3504355"/>
            <a:ext cx="720000" cy="720000"/>
          </a:xfrm>
          <a:prstGeom prst="ellipse">
            <a:avLst/>
          </a:prstGeom>
          <a:solidFill>
            <a:srgbClr val="3171F4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66" name="文本占位符 4"/>
          <p:cNvSpPr>
            <a:spLocks noGrp="1"/>
          </p:cNvSpPr>
          <p:nvPr>
            <p:ph type="body" sz="quarter" idx="20"/>
          </p:nvPr>
        </p:nvSpPr>
        <p:spPr>
          <a:xfrm>
            <a:off x="1196611" y="3584933"/>
            <a:ext cx="719999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sp>
        <p:nvSpPr>
          <p:cNvPr id="31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32" name="矩形 31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版式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弧 4"/>
          <p:cNvSpPr/>
          <p:nvPr userDrawn="1"/>
        </p:nvSpPr>
        <p:spPr>
          <a:xfrm>
            <a:off x="10646499" y="1944745"/>
            <a:ext cx="720000" cy="720000"/>
          </a:xfrm>
          <a:prstGeom prst="arc">
            <a:avLst/>
          </a:prstGeom>
          <a:noFill/>
          <a:ln w="12700" cap="flat">
            <a:solidFill>
              <a:schemeClr val="accent1"/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5" name="弧 34"/>
          <p:cNvSpPr/>
          <p:nvPr userDrawn="1"/>
        </p:nvSpPr>
        <p:spPr>
          <a:xfrm rot="5400000">
            <a:off x="10646499" y="2484307"/>
            <a:ext cx="720000" cy="720000"/>
          </a:xfrm>
          <a:prstGeom prst="arc">
            <a:avLst/>
          </a:prstGeom>
          <a:noFill/>
          <a:ln w="12700" cap="flat">
            <a:solidFill>
              <a:schemeClr val="accent1"/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36" name="直线连接符 35"/>
          <p:cNvCxnSpPr/>
          <p:nvPr userDrawn="1"/>
        </p:nvCxnSpPr>
        <p:spPr>
          <a:xfrm flipV="1">
            <a:off x="931899" y="1943190"/>
            <a:ext cx="10080000" cy="10544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直线连接符 37"/>
          <p:cNvCxnSpPr/>
          <p:nvPr userDrawn="1"/>
        </p:nvCxnSpPr>
        <p:spPr>
          <a:xfrm flipV="1">
            <a:off x="11366499" y="2279345"/>
            <a:ext cx="0" cy="540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直线连接符 38"/>
          <p:cNvCxnSpPr/>
          <p:nvPr userDrawn="1"/>
        </p:nvCxnSpPr>
        <p:spPr>
          <a:xfrm flipV="1">
            <a:off x="1286499" y="3205459"/>
            <a:ext cx="9720000" cy="10544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" name="组合 6"/>
          <p:cNvGrpSpPr/>
          <p:nvPr userDrawn="1"/>
        </p:nvGrpSpPr>
        <p:grpSpPr>
          <a:xfrm rot="10800000">
            <a:off x="932849" y="3213980"/>
            <a:ext cx="720000" cy="1259562"/>
            <a:chOff x="10646499" y="4166325"/>
            <a:chExt cx="720000" cy="1259562"/>
          </a:xfrm>
        </p:grpSpPr>
        <p:sp>
          <p:nvSpPr>
            <p:cNvPr id="40" name="弧 39"/>
            <p:cNvSpPr/>
            <p:nvPr userDrawn="1"/>
          </p:nvSpPr>
          <p:spPr>
            <a:xfrm>
              <a:off x="10646499" y="4166325"/>
              <a:ext cx="720000" cy="720000"/>
            </a:xfrm>
            <a:prstGeom prst="arc">
              <a:avLst/>
            </a:prstGeom>
            <a:noFill/>
            <a:ln w="12700" cap="flat">
              <a:solidFill>
                <a:schemeClr val="accent1"/>
              </a:solidFill>
              <a:prstDash val="sys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44" name="弧 43"/>
            <p:cNvSpPr/>
            <p:nvPr userDrawn="1"/>
          </p:nvSpPr>
          <p:spPr>
            <a:xfrm rot="5400000">
              <a:off x="10646499" y="4705887"/>
              <a:ext cx="720000" cy="720000"/>
            </a:xfrm>
            <a:prstGeom prst="arc">
              <a:avLst/>
            </a:prstGeom>
            <a:noFill/>
            <a:ln w="12700" cap="flat">
              <a:solidFill>
                <a:schemeClr val="accent1"/>
              </a:solidFill>
              <a:prstDash val="sys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cxnSp>
          <p:nvCxnSpPr>
            <p:cNvPr id="45" name="直线连接符 44"/>
            <p:cNvCxnSpPr/>
            <p:nvPr userDrawn="1"/>
          </p:nvCxnSpPr>
          <p:spPr>
            <a:xfrm flipV="1">
              <a:off x="11366499" y="4500925"/>
              <a:ext cx="0" cy="540000"/>
            </a:xfrm>
            <a:prstGeom prst="line">
              <a:avLst/>
            </a:prstGeom>
            <a:noFill/>
            <a:ln w="12700" cap="flat">
              <a:solidFill>
                <a:srgbClr val="3171F4"/>
              </a:solidFill>
              <a:prstDash val="sys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47" name="直线连接符 46"/>
          <p:cNvCxnSpPr/>
          <p:nvPr userDrawn="1"/>
        </p:nvCxnSpPr>
        <p:spPr>
          <a:xfrm flipV="1">
            <a:off x="1316074" y="4464553"/>
            <a:ext cx="10080000" cy="10544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椭圆 50"/>
          <p:cNvSpPr>
            <a:spLocks noChangeAspect="1"/>
          </p:cNvSpPr>
          <p:nvPr userDrawn="1"/>
        </p:nvSpPr>
        <p:spPr>
          <a:xfrm>
            <a:off x="866249" y="1916784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2" name="椭圆 51"/>
          <p:cNvSpPr>
            <a:spLocks noChangeAspect="1"/>
          </p:cNvSpPr>
          <p:nvPr userDrawn="1"/>
        </p:nvSpPr>
        <p:spPr>
          <a:xfrm>
            <a:off x="4242898" y="1916784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3" name="椭圆 52"/>
          <p:cNvSpPr>
            <a:spLocks noChangeAspect="1"/>
          </p:cNvSpPr>
          <p:nvPr userDrawn="1"/>
        </p:nvSpPr>
        <p:spPr>
          <a:xfrm>
            <a:off x="7885482" y="1916784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75" name="椭圆 74"/>
          <p:cNvSpPr>
            <a:spLocks noChangeAspect="1"/>
          </p:cNvSpPr>
          <p:nvPr userDrawn="1"/>
        </p:nvSpPr>
        <p:spPr>
          <a:xfrm>
            <a:off x="6060122" y="3178426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76" name="椭圆 75"/>
          <p:cNvSpPr>
            <a:spLocks noChangeAspect="1"/>
          </p:cNvSpPr>
          <p:nvPr userDrawn="1"/>
        </p:nvSpPr>
        <p:spPr>
          <a:xfrm>
            <a:off x="2587718" y="3178424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77" name="椭圆 76"/>
          <p:cNvSpPr>
            <a:spLocks noChangeAspect="1"/>
          </p:cNvSpPr>
          <p:nvPr userDrawn="1"/>
        </p:nvSpPr>
        <p:spPr>
          <a:xfrm>
            <a:off x="9590402" y="3178425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78" name="椭圆 77"/>
          <p:cNvSpPr>
            <a:spLocks noChangeAspect="1"/>
          </p:cNvSpPr>
          <p:nvPr userDrawn="1"/>
        </p:nvSpPr>
        <p:spPr>
          <a:xfrm>
            <a:off x="4242898" y="4440065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79" name="椭圆 78"/>
          <p:cNvSpPr>
            <a:spLocks noChangeAspect="1"/>
          </p:cNvSpPr>
          <p:nvPr userDrawn="1"/>
        </p:nvSpPr>
        <p:spPr>
          <a:xfrm>
            <a:off x="7885482" y="4432908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80" name="椭圆 79"/>
          <p:cNvSpPr>
            <a:spLocks noChangeAspect="1"/>
          </p:cNvSpPr>
          <p:nvPr userDrawn="1"/>
        </p:nvSpPr>
        <p:spPr>
          <a:xfrm>
            <a:off x="11341914" y="4432908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41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42" name="矩形 41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43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31"/>
          </p:nvPr>
        </p:nvSpPr>
        <p:spPr>
          <a:xfrm>
            <a:off x="2839582" y="1581952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0" name="文本占位符 4"/>
          <p:cNvSpPr>
            <a:spLocks noGrp="1"/>
          </p:cNvSpPr>
          <p:nvPr>
            <p:ph type="body" sz="quarter" idx="32"/>
          </p:nvPr>
        </p:nvSpPr>
        <p:spPr>
          <a:xfrm>
            <a:off x="2839582" y="2070619"/>
            <a:ext cx="2875338" cy="75102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4" name="文本占位符 4"/>
          <p:cNvSpPr>
            <a:spLocks noGrp="1"/>
          </p:cNvSpPr>
          <p:nvPr>
            <p:ph type="body" sz="quarter" idx="33"/>
          </p:nvPr>
        </p:nvSpPr>
        <p:spPr>
          <a:xfrm>
            <a:off x="6497184" y="1581952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5" name="文本占位符 4"/>
          <p:cNvSpPr>
            <a:spLocks noGrp="1"/>
          </p:cNvSpPr>
          <p:nvPr>
            <p:ph type="body" sz="quarter" idx="34"/>
          </p:nvPr>
        </p:nvSpPr>
        <p:spPr>
          <a:xfrm>
            <a:off x="6497184" y="2070619"/>
            <a:ext cx="2875338" cy="75102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6" name="文本占位符 4"/>
          <p:cNvSpPr>
            <a:spLocks noGrp="1"/>
          </p:cNvSpPr>
          <p:nvPr>
            <p:ph type="body" sz="quarter" idx="35"/>
          </p:nvPr>
        </p:nvSpPr>
        <p:spPr>
          <a:xfrm>
            <a:off x="1185501" y="2855581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7" name="文本占位符 4"/>
          <p:cNvSpPr>
            <a:spLocks noGrp="1"/>
          </p:cNvSpPr>
          <p:nvPr>
            <p:ph type="body" sz="quarter" idx="36"/>
          </p:nvPr>
        </p:nvSpPr>
        <p:spPr>
          <a:xfrm>
            <a:off x="1185501" y="3344248"/>
            <a:ext cx="2875338" cy="75102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8" name="文本占位符 4"/>
          <p:cNvSpPr>
            <a:spLocks noGrp="1"/>
          </p:cNvSpPr>
          <p:nvPr>
            <p:ph type="body" sz="quarter" idx="37"/>
          </p:nvPr>
        </p:nvSpPr>
        <p:spPr>
          <a:xfrm>
            <a:off x="4668381" y="2855581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9" name="文本占位符 4"/>
          <p:cNvSpPr>
            <a:spLocks noGrp="1"/>
          </p:cNvSpPr>
          <p:nvPr>
            <p:ph type="body" sz="quarter" idx="38"/>
          </p:nvPr>
        </p:nvSpPr>
        <p:spPr>
          <a:xfrm>
            <a:off x="4668381" y="3344248"/>
            <a:ext cx="2875338" cy="75102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0" name="文本占位符 4"/>
          <p:cNvSpPr>
            <a:spLocks noGrp="1"/>
          </p:cNvSpPr>
          <p:nvPr>
            <p:ph type="body" sz="quarter" idx="39"/>
          </p:nvPr>
        </p:nvSpPr>
        <p:spPr>
          <a:xfrm>
            <a:off x="8206237" y="2855581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1" name="文本占位符 4"/>
          <p:cNvSpPr>
            <a:spLocks noGrp="1"/>
          </p:cNvSpPr>
          <p:nvPr>
            <p:ph type="body" sz="quarter" idx="40"/>
          </p:nvPr>
        </p:nvSpPr>
        <p:spPr>
          <a:xfrm>
            <a:off x="8206237" y="3344248"/>
            <a:ext cx="2875338" cy="75102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2" name="文本占位符 4"/>
          <p:cNvSpPr>
            <a:spLocks noGrp="1"/>
          </p:cNvSpPr>
          <p:nvPr>
            <p:ph type="body" sz="quarter" idx="41"/>
          </p:nvPr>
        </p:nvSpPr>
        <p:spPr>
          <a:xfrm>
            <a:off x="2839582" y="4107438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3" name="文本占位符 4"/>
          <p:cNvSpPr>
            <a:spLocks noGrp="1"/>
          </p:cNvSpPr>
          <p:nvPr>
            <p:ph type="body" sz="quarter" idx="42"/>
          </p:nvPr>
        </p:nvSpPr>
        <p:spPr>
          <a:xfrm>
            <a:off x="2839582" y="4596105"/>
            <a:ext cx="2875338" cy="75102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4" name="文本占位符 4"/>
          <p:cNvSpPr>
            <a:spLocks noGrp="1"/>
          </p:cNvSpPr>
          <p:nvPr>
            <p:ph type="body" sz="quarter" idx="43"/>
          </p:nvPr>
        </p:nvSpPr>
        <p:spPr>
          <a:xfrm>
            <a:off x="6497184" y="4107438"/>
            <a:ext cx="2875338" cy="34469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5" name="文本占位符 4"/>
          <p:cNvSpPr>
            <a:spLocks noGrp="1"/>
          </p:cNvSpPr>
          <p:nvPr>
            <p:ph type="body" sz="quarter" idx="44"/>
          </p:nvPr>
        </p:nvSpPr>
        <p:spPr>
          <a:xfrm>
            <a:off x="6497184" y="4596105"/>
            <a:ext cx="2875338" cy="75102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版式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线连接符 57"/>
          <p:cNvCxnSpPr>
            <a:cxnSpLocks/>
          </p:cNvCxnSpPr>
          <p:nvPr userDrawn="1"/>
        </p:nvCxnSpPr>
        <p:spPr>
          <a:xfrm flipV="1">
            <a:off x="2490445" y="3306378"/>
            <a:ext cx="7210768" cy="12519"/>
          </a:xfrm>
          <a:prstGeom prst="line">
            <a:avLst/>
          </a:prstGeom>
          <a:noFill/>
          <a:ln w="12700" cap="flat">
            <a:solidFill>
              <a:schemeClr val="tx2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6" name="椭圆 55"/>
          <p:cNvSpPr>
            <a:spLocks noChangeAspect="1"/>
          </p:cNvSpPr>
          <p:nvPr userDrawn="1"/>
        </p:nvSpPr>
        <p:spPr>
          <a:xfrm>
            <a:off x="1551579" y="2598897"/>
            <a:ext cx="1440000" cy="1440000"/>
          </a:xfrm>
          <a:prstGeom prst="ellipse">
            <a:avLst/>
          </a:prstGeom>
          <a:solidFill>
            <a:schemeClr val="bg1"/>
          </a:solidFill>
          <a:ln w="38100" cap="flat">
            <a:solidFill>
              <a:srgbClr val="0034A7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7" name="椭圆 56"/>
          <p:cNvSpPr/>
          <p:nvPr userDrawn="1"/>
        </p:nvSpPr>
        <p:spPr>
          <a:xfrm>
            <a:off x="2222242" y="4323323"/>
            <a:ext cx="73152" cy="73152"/>
          </a:xfrm>
          <a:prstGeom prst="ellipse">
            <a:avLst/>
          </a:prstGeom>
          <a:solidFill>
            <a:srgbClr val="0034A7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9" name="文本占位符 4"/>
          <p:cNvSpPr>
            <a:spLocks noGrp="1"/>
          </p:cNvSpPr>
          <p:nvPr>
            <p:ph type="body" sz="quarter" idx="20"/>
          </p:nvPr>
        </p:nvSpPr>
        <p:spPr>
          <a:xfrm>
            <a:off x="1551579" y="3035014"/>
            <a:ext cx="1440000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cxnSp>
        <p:nvCxnSpPr>
          <p:cNvPr id="62" name="Straight Connector 27"/>
          <p:cNvCxnSpPr/>
          <p:nvPr userDrawn="1"/>
        </p:nvCxnSpPr>
        <p:spPr>
          <a:xfrm>
            <a:off x="2256662" y="4038897"/>
            <a:ext cx="0" cy="288000"/>
          </a:xfrm>
          <a:prstGeom prst="line">
            <a:avLst/>
          </a:prstGeom>
          <a:noFill/>
          <a:ln w="12700" cap="flat">
            <a:solidFill>
              <a:srgbClr val="0034A7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5" name="椭圆 64"/>
          <p:cNvSpPr>
            <a:spLocks noChangeAspect="1"/>
          </p:cNvSpPr>
          <p:nvPr userDrawn="1"/>
        </p:nvSpPr>
        <p:spPr>
          <a:xfrm>
            <a:off x="5394710" y="1581952"/>
            <a:ext cx="1440000" cy="1440000"/>
          </a:xfrm>
          <a:prstGeom prst="ellipse">
            <a:avLst/>
          </a:prstGeom>
          <a:solidFill>
            <a:schemeClr val="bg1"/>
          </a:solidFill>
          <a:ln w="38100" cap="flat">
            <a:solidFill>
              <a:srgbClr val="0070C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67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5394710" y="2018069"/>
            <a:ext cx="1440000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70C0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cxnSp>
        <p:nvCxnSpPr>
          <p:cNvPr id="68" name="Straight Connector 27"/>
          <p:cNvCxnSpPr/>
          <p:nvPr userDrawn="1"/>
        </p:nvCxnSpPr>
        <p:spPr>
          <a:xfrm>
            <a:off x="6099793" y="3021952"/>
            <a:ext cx="0" cy="288000"/>
          </a:xfrm>
          <a:prstGeom prst="line">
            <a:avLst/>
          </a:prstGeom>
          <a:noFill/>
          <a:ln w="12700" cap="flat">
            <a:solidFill>
              <a:schemeClr val="tx2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1" name="椭圆 70"/>
          <p:cNvSpPr>
            <a:spLocks noChangeAspect="1"/>
          </p:cNvSpPr>
          <p:nvPr userDrawn="1"/>
        </p:nvSpPr>
        <p:spPr>
          <a:xfrm>
            <a:off x="9133479" y="2598897"/>
            <a:ext cx="1440000" cy="1440000"/>
          </a:xfrm>
          <a:prstGeom prst="ellipse">
            <a:avLst/>
          </a:prstGeom>
          <a:solidFill>
            <a:schemeClr val="bg1"/>
          </a:solidFill>
          <a:ln w="381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72" name="椭圆 71"/>
          <p:cNvSpPr/>
          <p:nvPr userDrawn="1"/>
        </p:nvSpPr>
        <p:spPr>
          <a:xfrm>
            <a:off x="9804142" y="4323323"/>
            <a:ext cx="73152" cy="73152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73" name="文本占位符 4"/>
          <p:cNvSpPr>
            <a:spLocks noGrp="1"/>
          </p:cNvSpPr>
          <p:nvPr>
            <p:ph type="body" sz="quarter" idx="24"/>
          </p:nvPr>
        </p:nvSpPr>
        <p:spPr>
          <a:xfrm>
            <a:off x="9133479" y="3035014"/>
            <a:ext cx="1440000" cy="5588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3171F4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zh-CN" dirty="0"/>
          </a:p>
        </p:txBody>
      </p:sp>
      <p:cxnSp>
        <p:nvCxnSpPr>
          <p:cNvPr id="74" name="Straight Connector 27"/>
          <p:cNvCxnSpPr/>
          <p:nvPr userDrawn="1"/>
        </p:nvCxnSpPr>
        <p:spPr>
          <a:xfrm>
            <a:off x="9838562" y="4038897"/>
            <a:ext cx="0" cy="288000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5" name="矩形 24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6" name="文本占位符 2"/>
          <p:cNvSpPr>
            <a:spLocks noGrp="1"/>
          </p:cNvSpPr>
          <p:nvPr>
            <p:ph type="body" sz="quarter" idx="27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7" name="文本占位符 4"/>
          <p:cNvSpPr>
            <a:spLocks noGrp="1"/>
          </p:cNvSpPr>
          <p:nvPr>
            <p:ph type="body" sz="quarter" idx="31"/>
          </p:nvPr>
        </p:nvSpPr>
        <p:spPr>
          <a:xfrm>
            <a:off x="664543" y="4438978"/>
            <a:ext cx="3180713" cy="34469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8" name="文本占位符 4"/>
          <p:cNvSpPr>
            <a:spLocks noGrp="1"/>
          </p:cNvSpPr>
          <p:nvPr>
            <p:ph type="body" sz="quarter" idx="32"/>
          </p:nvPr>
        </p:nvSpPr>
        <p:spPr>
          <a:xfrm>
            <a:off x="664543" y="4795831"/>
            <a:ext cx="3180713" cy="481833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9" name="文本占位符 4"/>
          <p:cNvSpPr>
            <a:spLocks noGrp="1"/>
          </p:cNvSpPr>
          <p:nvPr>
            <p:ph type="body" sz="quarter" idx="33"/>
          </p:nvPr>
        </p:nvSpPr>
        <p:spPr>
          <a:xfrm>
            <a:off x="4507201" y="3426607"/>
            <a:ext cx="3180713" cy="34469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0" name="文本占位符 4"/>
          <p:cNvSpPr>
            <a:spLocks noGrp="1"/>
          </p:cNvSpPr>
          <p:nvPr>
            <p:ph type="body" sz="quarter" idx="34"/>
          </p:nvPr>
        </p:nvSpPr>
        <p:spPr>
          <a:xfrm>
            <a:off x="4507201" y="3783460"/>
            <a:ext cx="3180713" cy="481833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>
            <p:ph type="body" sz="quarter" idx="35"/>
          </p:nvPr>
        </p:nvSpPr>
        <p:spPr>
          <a:xfrm>
            <a:off x="8251887" y="4438978"/>
            <a:ext cx="3180713" cy="34469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>
            <p:ph type="body" sz="quarter" idx="36"/>
          </p:nvPr>
        </p:nvSpPr>
        <p:spPr>
          <a:xfrm>
            <a:off x="8251887" y="4795831"/>
            <a:ext cx="3180713" cy="481833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6" name="椭圆 65"/>
          <p:cNvSpPr/>
          <p:nvPr userDrawn="1"/>
        </p:nvSpPr>
        <p:spPr>
          <a:xfrm>
            <a:off x="6058649" y="3272758"/>
            <a:ext cx="73152" cy="73152"/>
          </a:xfrm>
          <a:prstGeom prst="ellipse">
            <a:avLst/>
          </a:prstGeom>
          <a:solidFill>
            <a:srgbClr val="0070C0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版式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形状 36"/>
          <p:cNvSpPr>
            <a:spLocks noChangeAspect="1"/>
          </p:cNvSpPr>
          <p:nvPr userDrawn="1"/>
        </p:nvSpPr>
        <p:spPr>
          <a:xfrm>
            <a:off x="4707922" y="2471206"/>
            <a:ext cx="3240000" cy="1080000"/>
          </a:xfrm>
          <a:custGeom>
            <a:avLst/>
            <a:gdLst>
              <a:gd name="connsiteX0" fmla="*/ 175561 w 3240000"/>
              <a:gd name="connsiteY0" fmla="*/ 0 h 1080000"/>
              <a:gd name="connsiteX1" fmla="*/ 3064439 w 3240000"/>
              <a:gd name="connsiteY1" fmla="*/ 0 h 1080000"/>
              <a:gd name="connsiteX2" fmla="*/ 3112692 w 3240000"/>
              <a:gd name="connsiteY2" fmla="*/ 100168 h 1080000"/>
              <a:gd name="connsiteX3" fmla="*/ 3240000 w 3240000"/>
              <a:gd name="connsiteY3" fmla="*/ 730745 h 1080000"/>
              <a:gd name="connsiteX4" fmla="*/ 3207087 w 3240000"/>
              <a:gd name="connsiteY4" fmla="*/ 1057231 h 1080000"/>
              <a:gd name="connsiteX5" fmla="*/ 3201233 w 3240000"/>
              <a:gd name="connsiteY5" fmla="*/ 1080000 h 1080000"/>
              <a:gd name="connsiteX6" fmla="*/ 38768 w 3240000"/>
              <a:gd name="connsiteY6" fmla="*/ 1080000 h 1080000"/>
              <a:gd name="connsiteX7" fmla="*/ 32913 w 3240000"/>
              <a:gd name="connsiteY7" fmla="*/ 1057231 h 1080000"/>
              <a:gd name="connsiteX8" fmla="*/ 0 w 3240000"/>
              <a:gd name="connsiteY8" fmla="*/ 730745 h 1080000"/>
              <a:gd name="connsiteX9" fmla="*/ 127308 w 3240000"/>
              <a:gd name="connsiteY9" fmla="*/ 100168 h 1080000"/>
              <a:gd name="connsiteX10" fmla="*/ 175561 w 3240000"/>
              <a:gd name="connsiteY10" fmla="*/ 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40000" h="1080000">
                <a:moveTo>
                  <a:pt x="175561" y="0"/>
                </a:moveTo>
                <a:lnTo>
                  <a:pt x="3064439" y="0"/>
                </a:lnTo>
                <a:lnTo>
                  <a:pt x="3112692" y="100168"/>
                </a:lnTo>
                <a:cubicBezTo>
                  <a:pt x="3194669" y="293982"/>
                  <a:pt x="3240000" y="507070"/>
                  <a:pt x="3240000" y="730745"/>
                </a:cubicBezTo>
                <a:cubicBezTo>
                  <a:pt x="3240000" y="842583"/>
                  <a:pt x="3228667" y="951774"/>
                  <a:pt x="3207087" y="1057231"/>
                </a:cubicBezTo>
                <a:lnTo>
                  <a:pt x="3201233" y="1080000"/>
                </a:lnTo>
                <a:lnTo>
                  <a:pt x="38768" y="1080000"/>
                </a:lnTo>
                <a:lnTo>
                  <a:pt x="32913" y="1057231"/>
                </a:lnTo>
                <a:cubicBezTo>
                  <a:pt x="11333" y="951774"/>
                  <a:pt x="0" y="842583"/>
                  <a:pt x="0" y="730745"/>
                </a:cubicBezTo>
                <a:cubicBezTo>
                  <a:pt x="0" y="507070"/>
                  <a:pt x="45331" y="293982"/>
                  <a:pt x="127308" y="100168"/>
                </a:cubicBezTo>
                <a:lnTo>
                  <a:pt x="175561" y="0"/>
                </a:lnTo>
                <a:close/>
              </a:path>
            </a:pathLst>
          </a:custGeom>
          <a:noFill/>
          <a:ln w="381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6" name="任意形状 35"/>
          <p:cNvSpPr>
            <a:spLocks noChangeAspect="1"/>
          </p:cNvSpPr>
          <p:nvPr userDrawn="1"/>
        </p:nvSpPr>
        <p:spPr>
          <a:xfrm>
            <a:off x="5001184" y="4129895"/>
            <a:ext cx="2653476" cy="692056"/>
          </a:xfrm>
          <a:custGeom>
            <a:avLst/>
            <a:gdLst>
              <a:gd name="connsiteX0" fmla="*/ 0 w 2653476"/>
              <a:gd name="connsiteY0" fmla="*/ 0 h 692056"/>
              <a:gd name="connsiteX1" fmla="*/ 2653476 w 2653476"/>
              <a:gd name="connsiteY1" fmla="*/ 0 h 692056"/>
              <a:gd name="connsiteX2" fmla="*/ 2576809 w 2653476"/>
              <a:gd name="connsiteY2" fmla="*/ 102526 h 692056"/>
              <a:gd name="connsiteX3" fmla="*/ 1326738 w 2653476"/>
              <a:gd name="connsiteY3" fmla="*/ 692056 h 692056"/>
              <a:gd name="connsiteX4" fmla="*/ 76667 w 2653476"/>
              <a:gd name="connsiteY4" fmla="*/ 102526 h 692056"/>
              <a:gd name="connsiteX5" fmla="*/ 0 w 2653476"/>
              <a:gd name="connsiteY5" fmla="*/ 0 h 692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53476" h="692056">
                <a:moveTo>
                  <a:pt x="0" y="0"/>
                </a:moveTo>
                <a:lnTo>
                  <a:pt x="2653476" y="0"/>
                </a:lnTo>
                <a:lnTo>
                  <a:pt x="2576809" y="102526"/>
                </a:lnTo>
                <a:cubicBezTo>
                  <a:pt x="2279677" y="462567"/>
                  <a:pt x="1830008" y="692056"/>
                  <a:pt x="1326738" y="692056"/>
                </a:cubicBezTo>
                <a:cubicBezTo>
                  <a:pt x="823469" y="692056"/>
                  <a:pt x="373799" y="462567"/>
                  <a:pt x="76667" y="102526"/>
                </a:cubicBezTo>
                <a:lnTo>
                  <a:pt x="0" y="0"/>
                </a:lnTo>
                <a:close/>
              </a:path>
            </a:pathLst>
          </a:custGeom>
          <a:noFill/>
          <a:ln w="381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5" name="任意形状 34"/>
          <p:cNvSpPr>
            <a:spLocks noChangeAspect="1"/>
          </p:cNvSpPr>
          <p:nvPr userDrawn="1"/>
        </p:nvSpPr>
        <p:spPr>
          <a:xfrm>
            <a:off x="4304714" y="1581952"/>
            <a:ext cx="2888878" cy="889255"/>
          </a:xfrm>
          <a:custGeom>
            <a:avLst/>
            <a:gdLst>
              <a:gd name="connsiteX0" fmla="*/ 1444439 w 2888878"/>
              <a:gd name="connsiteY0" fmla="*/ 0 h 889255"/>
              <a:gd name="connsiteX1" fmla="*/ 2868914 w 2888878"/>
              <a:gd name="connsiteY1" fmla="*/ 847812 h 889255"/>
              <a:gd name="connsiteX2" fmla="*/ 2888878 w 2888878"/>
              <a:gd name="connsiteY2" fmla="*/ 889255 h 889255"/>
              <a:gd name="connsiteX3" fmla="*/ 0 w 2888878"/>
              <a:gd name="connsiteY3" fmla="*/ 889255 h 889255"/>
              <a:gd name="connsiteX4" fmla="*/ 19964 w 2888878"/>
              <a:gd name="connsiteY4" fmla="*/ 847812 h 889255"/>
              <a:gd name="connsiteX5" fmla="*/ 1444439 w 2888878"/>
              <a:gd name="connsiteY5" fmla="*/ 0 h 889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88878" h="889255">
                <a:moveTo>
                  <a:pt x="1444439" y="0"/>
                </a:moveTo>
                <a:cubicBezTo>
                  <a:pt x="2059546" y="0"/>
                  <a:pt x="2594584" y="342817"/>
                  <a:pt x="2868914" y="847812"/>
                </a:cubicBezTo>
                <a:lnTo>
                  <a:pt x="2888878" y="889255"/>
                </a:lnTo>
                <a:lnTo>
                  <a:pt x="0" y="889255"/>
                </a:lnTo>
                <a:lnTo>
                  <a:pt x="19964" y="847812"/>
                </a:lnTo>
                <a:cubicBezTo>
                  <a:pt x="294294" y="342817"/>
                  <a:pt x="829332" y="0"/>
                  <a:pt x="1444439" y="0"/>
                </a:cubicBezTo>
                <a:close/>
              </a:path>
            </a:pathLst>
          </a:custGeom>
          <a:noFill/>
          <a:ln w="381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2" name="任意形状 31"/>
          <p:cNvSpPr>
            <a:spLocks noChangeAspect="1"/>
          </p:cNvSpPr>
          <p:nvPr userDrawn="1"/>
        </p:nvSpPr>
        <p:spPr>
          <a:xfrm>
            <a:off x="4167922" y="3551207"/>
            <a:ext cx="3162465" cy="578689"/>
          </a:xfrm>
          <a:custGeom>
            <a:avLst/>
            <a:gdLst>
              <a:gd name="connsiteX0" fmla="*/ 0 w 3162465"/>
              <a:gd name="connsiteY0" fmla="*/ 0 h 578689"/>
              <a:gd name="connsiteX1" fmla="*/ 3162465 w 3162465"/>
              <a:gd name="connsiteY1" fmla="*/ 0 h 578689"/>
              <a:gd name="connsiteX2" fmla="*/ 3128400 w 3162465"/>
              <a:gd name="connsiteY2" fmla="*/ 132483 h 578689"/>
              <a:gd name="connsiteX3" fmla="*/ 2924561 w 3162465"/>
              <a:gd name="connsiteY3" fmla="*/ 556502 h 578689"/>
              <a:gd name="connsiteX4" fmla="*/ 2907970 w 3162465"/>
              <a:gd name="connsiteY4" fmla="*/ 578689 h 578689"/>
              <a:gd name="connsiteX5" fmla="*/ 254494 w 3162465"/>
              <a:gd name="connsiteY5" fmla="*/ 578689 h 578689"/>
              <a:gd name="connsiteX6" fmla="*/ 237903 w 3162465"/>
              <a:gd name="connsiteY6" fmla="*/ 556502 h 578689"/>
              <a:gd name="connsiteX7" fmla="*/ 34064 w 3162465"/>
              <a:gd name="connsiteY7" fmla="*/ 132483 h 578689"/>
              <a:gd name="connsiteX8" fmla="*/ 0 w 3162465"/>
              <a:gd name="connsiteY8" fmla="*/ 0 h 57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2465" h="578689">
                <a:moveTo>
                  <a:pt x="0" y="0"/>
                </a:moveTo>
                <a:lnTo>
                  <a:pt x="3162465" y="0"/>
                </a:lnTo>
                <a:lnTo>
                  <a:pt x="3128400" y="132483"/>
                </a:lnTo>
                <a:cubicBezTo>
                  <a:pt x="3081067" y="284665"/>
                  <a:pt x="3011899" y="427226"/>
                  <a:pt x="2924561" y="556502"/>
                </a:cubicBezTo>
                <a:lnTo>
                  <a:pt x="2907970" y="578689"/>
                </a:lnTo>
                <a:lnTo>
                  <a:pt x="254494" y="578689"/>
                </a:lnTo>
                <a:lnTo>
                  <a:pt x="237903" y="556502"/>
                </a:lnTo>
                <a:cubicBezTo>
                  <a:pt x="150565" y="427226"/>
                  <a:pt x="81397" y="284665"/>
                  <a:pt x="34064" y="132483"/>
                </a:cubicBezTo>
                <a:lnTo>
                  <a:pt x="0" y="0"/>
                </a:lnTo>
                <a:close/>
              </a:path>
            </a:pathLst>
          </a:custGeom>
          <a:noFill/>
          <a:ln w="38100" cap="flat">
            <a:solidFill>
              <a:srgbClr val="3171F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38" name="椭圆 37"/>
          <p:cNvSpPr>
            <a:spLocks noChangeAspect="1"/>
          </p:cNvSpPr>
          <p:nvPr userDrawn="1"/>
        </p:nvSpPr>
        <p:spPr>
          <a:xfrm>
            <a:off x="3488928" y="1965322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39" name="直线连接符 38"/>
          <p:cNvCxnSpPr/>
          <p:nvPr userDrawn="1"/>
        </p:nvCxnSpPr>
        <p:spPr>
          <a:xfrm flipV="1">
            <a:off x="3550384" y="1989175"/>
            <a:ext cx="1080000" cy="10544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椭圆 40"/>
          <p:cNvSpPr>
            <a:spLocks noChangeAspect="1"/>
          </p:cNvSpPr>
          <p:nvPr userDrawn="1"/>
        </p:nvSpPr>
        <p:spPr>
          <a:xfrm>
            <a:off x="3488928" y="3821418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42" name="直线连接符 41"/>
          <p:cNvCxnSpPr/>
          <p:nvPr userDrawn="1"/>
        </p:nvCxnSpPr>
        <p:spPr>
          <a:xfrm flipV="1">
            <a:off x="3550384" y="3845271"/>
            <a:ext cx="720000" cy="10544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椭圆 42"/>
          <p:cNvSpPr>
            <a:spLocks noChangeAspect="1"/>
          </p:cNvSpPr>
          <p:nvPr userDrawn="1"/>
        </p:nvSpPr>
        <p:spPr>
          <a:xfrm>
            <a:off x="8454923" y="4421426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44" name="直线连接符 43"/>
          <p:cNvCxnSpPr/>
          <p:nvPr userDrawn="1"/>
        </p:nvCxnSpPr>
        <p:spPr>
          <a:xfrm flipV="1">
            <a:off x="7378581" y="4452595"/>
            <a:ext cx="1080000" cy="10544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椭圆 44"/>
          <p:cNvSpPr>
            <a:spLocks noChangeAspect="1"/>
          </p:cNvSpPr>
          <p:nvPr userDrawn="1"/>
        </p:nvSpPr>
        <p:spPr>
          <a:xfrm>
            <a:off x="8445140" y="2963462"/>
            <a:ext cx="72000" cy="72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cxnSp>
        <p:nvCxnSpPr>
          <p:cNvPr id="46" name="直线连接符 45"/>
          <p:cNvCxnSpPr/>
          <p:nvPr userDrawn="1"/>
        </p:nvCxnSpPr>
        <p:spPr>
          <a:xfrm flipV="1">
            <a:off x="7926893" y="2987315"/>
            <a:ext cx="576000" cy="10544"/>
          </a:xfrm>
          <a:prstGeom prst="line">
            <a:avLst/>
          </a:prstGeom>
          <a:noFill/>
          <a:ln w="12700" cap="flat">
            <a:solidFill>
              <a:srgbClr val="3171F4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6" name="矩形 2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8" name="文本占位符 4"/>
          <p:cNvSpPr>
            <a:spLocks noGrp="1"/>
          </p:cNvSpPr>
          <p:nvPr>
            <p:ph type="body" sz="quarter" idx="37"/>
          </p:nvPr>
        </p:nvSpPr>
        <p:spPr>
          <a:xfrm>
            <a:off x="892132" y="1847941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9" name="文本占位符 4"/>
          <p:cNvSpPr>
            <a:spLocks noGrp="1"/>
          </p:cNvSpPr>
          <p:nvPr>
            <p:ph type="body" sz="quarter" idx="38"/>
          </p:nvPr>
        </p:nvSpPr>
        <p:spPr>
          <a:xfrm>
            <a:off x="892132" y="2204794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0" name="文本占位符 4"/>
          <p:cNvSpPr>
            <a:spLocks noGrp="1"/>
          </p:cNvSpPr>
          <p:nvPr>
            <p:ph type="body" sz="quarter" idx="39"/>
          </p:nvPr>
        </p:nvSpPr>
        <p:spPr>
          <a:xfrm>
            <a:off x="892132" y="3687627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" name="文本占位符 4"/>
          <p:cNvSpPr>
            <a:spLocks noGrp="1"/>
          </p:cNvSpPr>
          <p:nvPr>
            <p:ph type="body" sz="quarter" idx="40"/>
          </p:nvPr>
        </p:nvSpPr>
        <p:spPr>
          <a:xfrm>
            <a:off x="892132" y="4044480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>
            <p:ph type="body" sz="quarter" idx="41"/>
          </p:nvPr>
        </p:nvSpPr>
        <p:spPr>
          <a:xfrm>
            <a:off x="8512132" y="2827655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>
            <p:ph type="body" sz="quarter" idx="42"/>
          </p:nvPr>
        </p:nvSpPr>
        <p:spPr>
          <a:xfrm>
            <a:off x="8512132" y="3184508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0" name="文本占位符 4"/>
          <p:cNvSpPr>
            <a:spLocks noGrp="1"/>
          </p:cNvSpPr>
          <p:nvPr>
            <p:ph type="body" sz="quarter" idx="43"/>
          </p:nvPr>
        </p:nvSpPr>
        <p:spPr>
          <a:xfrm>
            <a:off x="8512132" y="4297227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7" name="文本占位符 4"/>
          <p:cNvSpPr>
            <a:spLocks noGrp="1"/>
          </p:cNvSpPr>
          <p:nvPr>
            <p:ph type="body" sz="quarter" idx="44"/>
          </p:nvPr>
        </p:nvSpPr>
        <p:spPr>
          <a:xfrm>
            <a:off x="8512132" y="4654080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6" name="矩形 2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8" name="文本占位符 4"/>
          <p:cNvSpPr>
            <a:spLocks noGrp="1"/>
          </p:cNvSpPr>
          <p:nvPr>
            <p:ph type="body" sz="quarter" idx="37"/>
          </p:nvPr>
        </p:nvSpPr>
        <p:spPr>
          <a:xfrm>
            <a:off x="1265190" y="2532738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9" name="文本占位符 4"/>
          <p:cNvSpPr>
            <a:spLocks noGrp="1"/>
          </p:cNvSpPr>
          <p:nvPr>
            <p:ph type="body" sz="quarter" idx="38"/>
          </p:nvPr>
        </p:nvSpPr>
        <p:spPr>
          <a:xfrm>
            <a:off x="1265190" y="2889591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80000"/>
              </a:lnSpc>
              <a:buClr>
                <a:schemeClr val="bg1"/>
              </a:buClr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>
            <p:ph type="body" sz="quarter" idx="41"/>
          </p:nvPr>
        </p:nvSpPr>
        <p:spPr>
          <a:xfrm>
            <a:off x="8624924" y="2532559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>
            <p:ph type="body" sz="quarter" idx="42"/>
          </p:nvPr>
        </p:nvSpPr>
        <p:spPr>
          <a:xfrm>
            <a:off x="8624924" y="2889412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8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0" name="文本占位符 4"/>
          <p:cNvSpPr>
            <a:spLocks noGrp="1"/>
          </p:cNvSpPr>
          <p:nvPr>
            <p:ph type="body" sz="quarter" idx="43"/>
          </p:nvPr>
        </p:nvSpPr>
        <p:spPr>
          <a:xfrm>
            <a:off x="4988045" y="2532559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7" name="文本占位符 4"/>
          <p:cNvSpPr>
            <a:spLocks noGrp="1"/>
          </p:cNvSpPr>
          <p:nvPr>
            <p:ph type="body" sz="quarter" idx="44"/>
          </p:nvPr>
        </p:nvSpPr>
        <p:spPr>
          <a:xfrm>
            <a:off x="4988045" y="2889412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8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825500" y="4262728"/>
            <a:ext cx="10484158" cy="138996"/>
            <a:chOff x="2016219" y="4180461"/>
            <a:chExt cx="7859109" cy="132354"/>
          </a:xfrm>
        </p:grpSpPr>
        <p:sp>
          <p:nvSpPr>
            <p:cNvPr id="35" name="Rounded Rectangle 60"/>
            <p:cNvSpPr/>
            <p:nvPr/>
          </p:nvSpPr>
          <p:spPr bwMode="auto">
            <a:xfrm>
              <a:off x="2016219" y="4182922"/>
              <a:ext cx="2963000" cy="129893"/>
            </a:xfrm>
            <a:prstGeom prst="roundRect">
              <a:avLst>
                <a:gd name="adj" fmla="val 50000"/>
              </a:avLst>
            </a:prstGeom>
            <a:solidFill>
              <a:srgbClr val="00219D"/>
            </a:solidFill>
            <a:ln w="381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36" name="Rounded Rectangle 60"/>
            <p:cNvSpPr/>
            <p:nvPr/>
          </p:nvSpPr>
          <p:spPr bwMode="auto">
            <a:xfrm>
              <a:off x="4725291" y="4180461"/>
              <a:ext cx="2814229" cy="12989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381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37" name="Rounded Rectangle 60"/>
            <p:cNvSpPr/>
            <p:nvPr/>
          </p:nvSpPr>
          <p:spPr bwMode="auto">
            <a:xfrm>
              <a:off x="7446567" y="4180461"/>
              <a:ext cx="2428761" cy="129893"/>
            </a:xfrm>
            <a:prstGeom prst="roundRect">
              <a:avLst>
                <a:gd name="adj" fmla="val 50000"/>
              </a:avLst>
            </a:prstGeom>
            <a:solidFill>
              <a:srgbClr val="3271F5"/>
            </a:solidFill>
            <a:ln w="381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</p:grpSp>
      <p:grpSp>
        <p:nvGrpSpPr>
          <p:cNvPr id="38" name="组合 37"/>
          <p:cNvGrpSpPr/>
          <p:nvPr userDrawn="1"/>
        </p:nvGrpSpPr>
        <p:grpSpPr>
          <a:xfrm>
            <a:off x="823028" y="2485828"/>
            <a:ext cx="7798768" cy="1886343"/>
            <a:chOff x="7304386" y="1522308"/>
            <a:chExt cx="9515044" cy="2301470"/>
          </a:xfrm>
        </p:grpSpPr>
        <p:grpSp>
          <p:nvGrpSpPr>
            <p:cNvPr id="39" name="组合 38"/>
            <p:cNvGrpSpPr/>
            <p:nvPr/>
          </p:nvGrpSpPr>
          <p:grpSpPr>
            <a:xfrm>
              <a:off x="11867076" y="1522308"/>
              <a:ext cx="510415" cy="2301447"/>
              <a:chOff x="11867076" y="1522308"/>
              <a:chExt cx="510415" cy="2301447"/>
            </a:xfrm>
          </p:grpSpPr>
          <p:cxnSp>
            <p:nvCxnSpPr>
              <p:cNvPr id="65" name="Straight Connector 106"/>
              <p:cNvCxnSpPr/>
              <p:nvPr/>
            </p:nvCxnSpPr>
            <p:spPr bwMode="auto">
              <a:xfrm>
                <a:off x="12117133" y="2185505"/>
                <a:ext cx="0" cy="1470019"/>
              </a:xfrm>
              <a:prstGeom prst="line">
                <a:avLst/>
              </a:prstGeom>
              <a:solidFill>
                <a:srgbClr val="006BFF"/>
              </a:solidFill>
              <a:ln w="38100" cap="flat" cmpd="sng" algn="ctr">
                <a:solidFill>
                  <a:srgbClr val="0070C0"/>
                </a:solidFill>
                <a:prstDash val="dash"/>
                <a:miter lim="4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66" name="AutoShape 35"/>
              <p:cNvSpPr/>
              <p:nvPr/>
            </p:nvSpPr>
            <p:spPr bwMode="auto">
              <a:xfrm rot="5400000">
                <a:off x="11838751" y="1550633"/>
                <a:ext cx="567065" cy="510415"/>
              </a:xfrm>
              <a:custGeom>
                <a:avLst/>
                <a:gdLst>
                  <a:gd name="T0" fmla="+- 0 10802 6"/>
                  <a:gd name="T1" fmla="*/ T0 w 21593"/>
                  <a:gd name="T2" fmla="+- 0 10804 12"/>
                  <a:gd name="T3" fmla="*/ 10804 h 21584"/>
                  <a:gd name="T4" fmla="+- 0 10802 6"/>
                  <a:gd name="T5" fmla="*/ T4 w 21593"/>
                  <a:gd name="T6" fmla="+- 0 10804 12"/>
                  <a:gd name="T7" fmla="*/ 10804 h 21584"/>
                  <a:gd name="T8" fmla="+- 0 10802 6"/>
                  <a:gd name="T9" fmla="*/ T8 w 21593"/>
                  <a:gd name="T10" fmla="+- 0 10804 12"/>
                  <a:gd name="T11" fmla="*/ 10804 h 21584"/>
                  <a:gd name="T12" fmla="+- 0 10802 6"/>
                  <a:gd name="T13" fmla="*/ T12 w 21593"/>
                  <a:gd name="T14" fmla="+- 0 10804 12"/>
                  <a:gd name="T15" fmla="*/ 10804 h 2158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593" h="21584">
                    <a:moveTo>
                      <a:pt x="6657" y="1"/>
                    </a:moveTo>
                    <a:cubicBezTo>
                      <a:pt x="6252" y="-4"/>
                      <a:pt x="5853" y="101"/>
                      <a:pt x="5494" y="306"/>
                    </a:cubicBezTo>
                    <a:cubicBezTo>
                      <a:pt x="5116" y="522"/>
                      <a:pt x="4795" y="842"/>
                      <a:pt x="4560" y="1236"/>
                    </a:cubicBezTo>
                    <a:lnTo>
                      <a:pt x="259" y="9428"/>
                    </a:lnTo>
                    <a:cubicBezTo>
                      <a:pt x="95" y="9832"/>
                      <a:pt x="7" y="10270"/>
                      <a:pt x="1" y="10714"/>
                    </a:cubicBezTo>
                    <a:cubicBezTo>
                      <a:pt x="-6" y="11191"/>
                      <a:pt x="82" y="11664"/>
                      <a:pt x="259" y="12100"/>
                    </a:cubicBezTo>
                    <a:lnTo>
                      <a:pt x="4418" y="20185"/>
                    </a:lnTo>
                    <a:cubicBezTo>
                      <a:pt x="4637" y="20610"/>
                      <a:pt x="4953" y="20962"/>
                      <a:pt x="5334" y="21208"/>
                    </a:cubicBezTo>
                    <a:cubicBezTo>
                      <a:pt x="5698" y="21443"/>
                      <a:pt x="6110" y="21572"/>
                      <a:pt x="6531" y="21584"/>
                    </a:cubicBezTo>
                    <a:lnTo>
                      <a:pt x="14739" y="21584"/>
                    </a:lnTo>
                    <a:cubicBezTo>
                      <a:pt x="15238" y="21588"/>
                      <a:pt x="15730" y="21447"/>
                      <a:pt x="16164" y="21172"/>
                    </a:cubicBezTo>
                    <a:cubicBezTo>
                      <a:pt x="16546" y="20929"/>
                      <a:pt x="16872" y="20591"/>
                      <a:pt x="17115" y="20183"/>
                    </a:cubicBezTo>
                    <a:lnTo>
                      <a:pt x="21227" y="12302"/>
                    </a:lnTo>
                    <a:cubicBezTo>
                      <a:pt x="21468" y="11849"/>
                      <a:pt x="21594" y="11332"/>
                      <a:pt x="21593" y="10807"/>
                    </a:cubicBezTo>
                    <a:cubicBezTo>
                      <a:pt x="21592" y="10284"/>
                      <a:pt x="21466" y="9771"/>
                      <a:pt x="21227" y="9321"/>
                    </a:cubicBezTo>
                    <a:lnTo>
                      <a:pt x="17012" y="1258"/>
                    </a:lnTo>
                    <a:cubicBezTo>
                      <a:pt x="16793" y="865"/>
                      <a:pt x="16485" y="543"/>
                      <a:pt x="16120" y="322"/>
                    </a:cubicBezTo>
                    <a:cubicBezTo>
                      <a:pt x="15750" y="99"/>
                      <a:pt x="15333" y="-12"/>
                      <a:pt x="14912" y="1"/>
                    </a:cubicBezTo>
                    <a:lnTo>
                      <a:pt x="6657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endParaRPr>
              </a:p>
            </p:txBody>
          </p:sp>
          <p:sp>
            <p:nvSpPr>
              <p:cNvPr id="68" name="Oval 69"/>
              <p:cNvSpPr>
                <a:spLocks noChangeArrowheads="1"/>
              </p:cNvSpPr>
              <p:nvPr/>
            </p:nvSpPr>
            <p:spPr bwMode="auto">
              <a:xfrm>
                <a:off x="12077434" y="3731057"/>
                <a:ext cx="92698" cy="9269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6308443" y="1522308"/>
              <a:ext cx="510987" cy="2301447"/>
              <a:chOff x="14384393" y="1522308"/>
              <a:chExt cx="510987" cy="2301447"/>
            </a:xfrm>
          </p:grpSpPr>
          <p:cxnSp>
            <p:nvCxnSpPr>
              <p:cNvPr id="61" name="Straight Connector 119"/>
              <p:cNvCxnSpPr/>
              <p:nvPr/>
            </p:nvCxnSpPr>
            <p:spPr bwMode="auto">
              <a:xfrm>
                <a:off x="14635022" y="2185505"/>
                <a:ext cx="0" cy="1470019"/>
              </a:xfrm>
              <a:prstGeom prst="line">
                <a:avLst/>
              </a:prstGeom>
              <a:solidFill>
                <a:srgbClr val="006BFF"/>
              </a:solidFill>
              <a:ln w="38100" cap="flat" cmpd="sng" algn="ctr">
                <a:solidFill>
                  <a:srgbClr val="3271F5"/>
                </a:solidFill>
                <a:prstDash val="dash"/>
                <a:miter lim="4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62" name="AutoShape 35"/>
              <p:cNvSpPr/>
              <p:nvPr/>
            </p:nvSpPr>
            <p:spPr bwMode="auto">
              <a:xfrm rot="5400000">
                <a:off x="14356354" y="1550347"/>
                <a:ext cx="567065" cy="510987"/>
              </a:xfrm>
              <a:custGeom>
                <a:avLst/>
                <a:gdLst>
                  <a:gd name="T0" fmla="+- 0 10802 6"/>
                  <a:gd name="T1" fmla="*/ T0 w 21593"/>
                  <a:gd name="T2" fmla="+- 0 10804 12"/>
                  <a:gd name="T3" fmla="*/ 10804 h 21584"/>
                  <a:gd name="T4" fmla="+- 0 10802 6"/>
                  <a:gd name="T5" fmla="*/ T4 w 21593"/>
                  <a:gd name="T6" fmla="+- 0 10804 12"/>
                  <a:gd name="T7" fmla="*/ 10804 h 21584"/>
                  <a:gd name="T8" fmla="+- 0 10802 6"/>
                  <a:gd name="T9" fmla="*/ T8 w 21593"/>
                  <a:gd name="T10" fmla="+- 0 10804 12"/>
                  <a:gd name="T11" fmla="*/ 10804 h 21584"/>
                  <a:gd name="T12" fmla="+- 0 10802 6"/>
                  <a:gd name="T13" fmla="*/ T12 w 21593"/>
                  <a:gd name="T14" fmla="+- 0 10804 12"/>
                  <a:gd name="T15" fmla="*/ 10804 h 2158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593" h="21584">
                    <a:moveTo>
                      <a:pt x="6657" y="1"/>
                    </a:moveTo>
                    <a:cubicBezTo>
                      <a:pt x="6252" y="-4"/>
                      <a:pt x="5853" y="101"/>
                      <a:pt x="5494" y="306"/>
                    </a:cubicBezTo>
                    <a:cubicBezTo>
                      <a:pt x="5116" y="522"/>
                      <a:pt x="4795" y="842"/>
                      <a:pt x="4560" y="1236"/>
                    </a:cubicBezTo>
                    <a:lnTo>
                      <a:pt x="259" y="9428"/>
                    </a:lnTo>
                    <a:cubicBezTo>
                      <a:pt x="95" y="9832"/>
                      <a:pt x="7" y="10270"/>
                      <a:pt x="1" y="10714"/>
                    </a:cubicBezTo>
                    <a:cubicBezTo>
                      <a:pt x="-6" y="11191"/>
                      <a:pt x="82" y="11664"/>
                      <a:pt x="259" y="12100"/>
                    </a:cubicBezTo>
                    <a:lnTo>
                      <a:pt x="4418" y="20185"/>
                    </a:lnTo>
                    <a:cubicBezTo>
                      <a:pt x="4637" y="20610"/>
                      <a:pt x="4953" y="20962"/>
                      <a:pt x="5334" y="21208"/>
                    </a:cubicBezTo>
                    <a:cubicBezTo>
                      <a:pt x="5698" y="21443"/>
                      <a:pt x="6110" y="21572"/>
                      <a:pt x="6531" y="21584"/>
                    </a:cubicBezTo>
                    <a:lnTo>
                      <a:pt x="14739" y="21584"/>
                    </a:lnTo>
                    <a:cubicBezTo>
                      <a:pt x="15238" y="21588"/>
                      <a:pt x="15730" y="21447"/>
                      <a:pt x="16164" y="21172"/>
                    </a:cubicBezTo>
                    <a:cubicBezTo>
                      <a:pt x="16546" y="20929"/>
                      <a:pt x="16872" y="20591"/>
                      <a:pt x="17115" y="20183"/>
                    </a:cubicBezTo>
                    <a:lnTo>
                      <a:pt x="21227" y="12302"/>
                    </a:lnTo>
                    <a:cubicBezTo>
                      <a:pt x="21468" y="11849"/>
                      <a:pt x="21594" y="11332"/>
                      <a:pt x="21593" y="10807"/>
                    </a:cubicBezTo>
                    <a:cubicBezTo>
                      <a:pt x="21592" y="10284"/>
                      <a:pt x="21466" y="9771"/>
                      <a:pt x="21227" y="9321"/>
                    </a:cubicBezTo>
                    <a:lnTo>
                      <a:pt x="17012" y="1258"/>
                    </a:lnTo>
                    <a:cubicBezTo>
                      <a:pt x="16793" y="865"/>
                      <a:pt x="16485" y="543"/>
                      <a:pt x="16120" y="322"/>
                    </a:cubicBezTo>
                    <a:cubicBezTo>
                      <a:pt x="15750" y="99"/>
                      <a:pt x="15333" y="-12"/>
                      <a:pt x="14912" y="1"/>
                    </a:cubicBezTo>
                    <a:lnTo>
                      <a:pt x="6657" y="1"/>
                    </a:lnTo>
                    <a:close/>
                  </a:path>
                </a:pathLst>
              </a:custGeom>
              <a:solidFill>
                <a:srgbClr val="3271F5"/>
              </a:solidFill>
              <a:ln>
                <a:noFill/>
              </a:ln>
              <a:effectLst/>
            </p:spPr>
            <p:txBody>
              <a:bodyPr lIns="50800" tIns="50800" rIns="50800" bIns="5080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endParaRPr>
              </a:p>
            </p:txBody>
          </p:sp>
          <p:sp>
            <p:nvSpPr>
              <p:cNvPr id="63" name="Oval 120"/>
              <p:cNvSpPr>
                <a:spLocks noChangeArrowheads="1"/>
              </p:cNvSpPr>
              <p:nvPr/>
            </p:nvSpPr>
            <p:spPr bwMode="auto">
              <a:xfrm>
                <a:off x="14588386" y="3731057"/>
                <a:ext cx="93271" cy="9269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7304386" y="1522880"/>
              <a:ext cx="510648" cy="2300898"/>
              <a:chOff x="9076036" y="1522880"/>
              <a:chExt cx="510648" cy="2300898"/>
            </a:xfrm>
          </p:grpSpPr>
          <p:cxnSp>
            <p:nvCxnSpPr>
              <p:cNvPr id="43" name="Straight Connector 64"/>
              <p:cNvCxnSpPr/>
              <p:nvPr/>
            </p:nvCxnSpPr>
            <p:spPr bwMode="auto">
              <a:xfrm>
                <a:off x="9326093" y="2185505"/>
                <a:ext cx="0" cy="1470019"/>
              </a:xfrm>
              <a:prstGeom prst="line">
                <a:avLst/>
              </a:prstGeom>
              <a:solidFill>
                <a:srgbClr val="006BFF"/>
              </a:solidFill>
              <a:ln w="38100" cap="flat" cmpd="sng" algn="ctr">
                <a:solidFill>
                  <a:srgbClr val="00219D"/>
                </a:solidFill>
                <a:prstDash val="dash"/>
                <a:miter lim="4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4" name="AutoShape 35"/>
              <p:cNvSpPr/>
              <p:nvPr/>
            </p:nvSpPr>
            <p:spPr bwMode="auto">
              <a:xfrm rot="5400000">
                <a:off x="9047642" y="1551274"/>
                <a:ext cx="567436" cy="510648"/>
              </a:xfrm>
              <a:custGeom>
                <a:avLst/>
                <a:gdLst>
                  <a:gd name="T0" fmla="*/ 2147483646 w 21593"/>
                  <a:gd name="T1" fmla="*/ 2147483646 h 21584"/>
                  <a:gd name="T2" fmla="*/ 2147483646 w 21593"/>
                  <a:gd name="T3" fmla="*/ 2147483646 h 21584"/>
                  <a:gd name="T4" fmla="*/ 2147483646 w 21593"/>
                  <a:gd name="T5" fmla="*/ 2147483646 h 21584"/>
                  <a:gd name="T6" fmla="*/ 2147483646 w 21593"/>
                  <a:gd name="T7" fmla="*/ 2147483646 h 2158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593" h="21584">
                    <a:moveTo>
                      <a:pt x="6657" y="1"/>
                    </a:moveTo>
                    <a:cubicBezTo>
                      <a:pt x="6252" y="-4"/>
                      <a:pt x="5853" y="101"/>
                      <a:pt x="5494" y="306"/>
                    </a:cubicBezTo>
                    <a:cubicBezTo>
                      <a:pt x="5116" y="522"/>
                      <a:pt x="4795" y="842"/>
                      <a:pt x="4560" y="1236"/>
                    </a:cubicBezTo>
                    <a:lnTo>
                      <a:pt x="259" y="9428"/>
                    </a:lnTo>
                    <a:cubicBezTo>
                      <a:pt x="95" y="9832"/>
                      <a:pt x="7" y="10270"/>
                      <a:pt x="1" y="10714"/>
                    </a:cubicBezTo>
                    <a:cubicBezTo>
                      <a:pt x="-6" y="11191"/>
                      <a:pt x="82" y="11664"/>
                      <a:pt x="259" y="12100"/>
                    </a:cubicBezTo>
                    <a:lnTo>
                      <a:pt x="4418" y="20185"/>
                    </a:lnTo>
                    <a:cubicBezTo>
                      <a:pt x="4637" y="20610"/>
                      <a:pt x="4953" y="20962"/>
                      <a:pt x="5334" y="21208"/>
                    </a:cubicBezTo>
                    <a:cubicBezTo>
                      <a:pt x="5698" y="21443"/>
                      <a:pt x="6110" y="21572"/>
                      <a:pt x="6531" y="21584"/>
                    </a:cubicBezTo>
                    <a:lnTo>
                      <a:pt x="14739" y="21584"/>
                    </a:lnTo>
                    <a:cubicBezTo>
                      <a:pt x="15238" y="21588"/>
                      <a:pt x="15730" y="21447"/>
                      <a:pt x="16164" y="21172"/>
                    </a:cubicBezTo>
                    <a:cubicBezTo>
                      <a:pt x="16546" y="20929"/>
                      <a:pt x="16872" y="20591"/>
                      <a:pt x="17115" y="20183"/>
                    </a:cubicBezTo>
                    <a:lnTo>
                      <a:pt x="21227" y="12302"/>
                    </a:lnTo>
                    <a:cubicBezTo>
                      <a:pt x="21468" y="11849"/>
                      <a:pt x="21594" y="11332"/>
                      <a:pt x="21593" y="10807"/>
                    </a:cubicBezTo>
                    <a:cubicBezTo>
                      <a:pt x="21592" y="10284"/>
                      <a:pt x="21466" y="9771"/>
                      <a:pt x="21227" y="9321"/>
                    </a:cubicBezTo>
                    <a:lnTo>
                      <a:pt x="17012" y="1258"/>
                    </a:lnTo>
                    <a:cubicBezTo>
                      <a:pt x="16793" y="865"/>
                      <a:pt x="16485" y="543"/>
                      <a:pt x="16120" y="322"/>
                    </a:cubicBezTo>
                    <a:cubicBezTo>
                      <a:pt x="15750" y="99"/>
                      <a:pt x="15333" y="-12"/>
                      <a:pt x="14912" y="1"/>
                    </a:cubicBezTo>
                    <a:lnTo>
                      <a:pt x="6657" y="1"/>
                    </a:lnTo>
                    <a:close/>
                  </a:path>
                </a:pathLst>
              </a:custGeom>
              <a:solidFill>
                <a:srgbClr val="0021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50800" tIns="50800" rIns="50800" bIns="5080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Oval 65"/>
              <p:cNvSpPr>
                <a:spLocks noChangeArrowheads="1"/>
              </p:cNvSpPr>
              <p:nvPr/>
            </p:nvSpPr>
            <p:spPr bwMode="auto">
              <a:xfrm>
                <a:off x="9279882" y="3730955"/>
                <a:ext cx="92823" cy="9282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9" name="文本占位符 4"/>
          <p:cNvSpPr>
            <a:spLocks noGrp="1"/>
          </p:cNvSpPr>
          <p:nvPr>
            <p:ph type="body" sz="quarter" idx="45"/>
          </p:nvPr>
        </p:nvSpPr>
        <p:spPr>
          <a:xfrm>
            <a:off x="942983" y="4513010"/>
            <a:ext cx="2596491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0" name="文本占位符 4"/>
          <p:cNvSpPr>
            <a:spLocks noGrp="1"/>
          </p:cNvSpPr>
          <p:nvPr>
            <p:ph type="body" sz="quarter" idx="46"/>
          </p:nvPr>
        </p:nvSpPr>
        <p:spPr>
          <a:xfrm>
            <a:off x="4735138" y="4513010"/>
            <a:ext cx="2596491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0070C0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1" name="文本占位符 4"/>
          <p:cNvSpPr>
            <a:spLocks noGrp="1"/>
          </p:cNvSpPr>
          <p:nvPr>
            <p:ph type="body" sz="quarter" idx="47"/>
          </p:nvPr>
        </p:nvSpPr>
        <p:spPr>
          <a:xfrm>
            <a:off x="8370176" y="4513010"/>
            <a:ext cx="2596491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流程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 userDrawn="1"/>
        </p:nvGrpSpPr>
        <p:grpSpPr>
          <a:xfrm>
            <a:off x="0" y="2808515"/>
            <a:ext cx="11476154" cy="1683000"/>
            <a:chOff x="2801100" y="2322764"/>
            <a:chExt cx="20524875" cy="3010013"/>
          </a:xfrm>
        </p:grpSpPr>
        <p:sp>
          <p:nvSpPr>
            <p:cNvPr id="49" name="Freeform 50"/>
            <p:cNvSpPr/>
            <p:nvPr/>
          </p:nvSpPr>
          <p:spPr>
            <a:xfrm flipH="1">
              <a:off x="15372744" y="3700737"/>
              <a:ext cx="7565879" cy="255616"/>
            </a:xfrm>
            <a:prstGeom prst="rect">
              <a:avLst/>
            </a:prstGeom>
            <a:solidFill>
              <a:srgbClr val="3271F5"/>
            </a:solidFill>
            <a:ln w="12700">
              <a:miter lim="400000"/>
            </a:ln>
          </p:spPr>
          <p:txBody>
            <a:bodyPr lIns="22859" tIns="22859" rIns="22859" bIns="22859" anchor="ctr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2700" b="0">
                  <a:solidFill>
                    <a:srgbClr val="1C1F25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1C1F25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 flipH="1">
              <a:off x="2801100" y="3703391"/>
              <a:ext cx="7989278" cy="255616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2859" tIns="22859" rIns="22859" bIns="22859" anchor="ctr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600" b="0">
                  <a:solidFill>
                    <a:srgbClr val="1C1F25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3600" b="0" i="0" u="none" strike="noStrike" kern="0" cap="none" spc="0" normalizeH="0" baseline="0" noProof="0" dirty="0">
                <a:ln>
                  <a:noFill/>
                </a:ln>
                <a:solidFill>
                  <a:srgbClr val="1C1F25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" name="Freeform 47"/>
            <p:cNvSpPr/>
            <p:nvPr/>
          </p:nvSpPr>
          <p:spPr>
            <a:xfrm rot="2700000" flipH="1">
              <a:off x="13745871" y="2322762"/>
              <a:ext cx="1903695" cy="1903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48" h="21459" extrusionOk="0">
                  <a:moveTo>
                    <a:pt x="10167" y="2"/>
                  </a:moveTo>
                  <a:cubicBezTo>
                    <a:pt x="12959" y="-55"/>
                    <a:pt x="15719" y="1057"/>
                    <a:pt x="17757" y="3193"/>
                  </a:cubicBezTo>
                  <a:cubicBezTo>
                    <a:pt x="20722" y="6301"/>
                    <a:pt x="21571" y="10957"/>
                    <a:pt x="19904" y="14968"/>
                  </a:cubicBezTo>
                  <a:cubicBezTo>
                    <a:pt x="18236" y="18979"/>
                    <a:pt x="14385" y="21545"/>
                    <a:pt x="10165" y="21457"/>
                  </a:cubicBezTo>
                  <a:lnTo>
                    <a:pt x="10245" y="17316"/>
                  </a:lnTo>
                  <a:lnTo>
                    <a:pt x="10374" y="17323"/>
                  </a:lnTo>
                  <a:cubicBezTo>
                    <a:pt x="13894" y="17323"/>
                    <a:pt x="16748" y="14371"/>
                    <a:pt x="16748" y="10730"/>
                  </a:cubicBezTo>
                  <a:cubicBezTo>
                    <a:pt x="16748" y="7088"/>
                    <a:pt x="13894" y="4136"/>
                    <a:pt x="10374" y="4136"/>
                  </a:cubicBezTo>
                  <a:cubicBezTo>
                    <a:pt x="6853" y="4136"/>
                    <a:pt x="3999" y="7088"/>
                    <a:pt x="3999" y="10730"/>
                  </a:cubicBezTo>
                  <a:lnTo>
                    <a:pt x="4001" y="10775"/>
                  </a:lnTo>
                  <a:lnTo>
                    <a:pt x="0" y="10804"/>
                  </a:lnTo>
                  <a:cubicBezTo>
                    <a:pt x="-29" y="6438"/>
                    <a:pt x="2503" y="2489"/>
                    <a:pt x="6402" y="818"/>
                  </a:cubicBezTo>
                  <a:cubicBezTo>
                    <a:pt x="7621" y="295"/>
                    <a:pt x="8897" y="28"/>
                    <a:pt x="10167" y="2"/>
                  </a:cubicBezTo>
                  <a:close/>
                </a:path>
              </a:pathLst>
            </a:custGeom>
            <a:solidFill>
              <a:srgbClr val="3271F5"/>
            </a:solidFill>
            <a:ln w="12700">
              <a:miter lim="400000"/>
            </a:ln>
          </p:spPr>
          <p:txBody>
            <a:bodyPr lIns="22859" tIns="22859" rIns="22859" bIns="22859" anchor="ctr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2700" b="0">
                  <a:solidFill>
                    <a:srgbClr val="1C1F25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1C1F25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" name="Freeform 40"/>
            <p:cNvSpPr/>
            <p:nvPr/>
          </p:nvSpPr>
          <p:spPr>
            <a:xfrm rot="2700000" flipH="1">
              <a:off x="12667175" y="3419563"/>
              <a:ext cx="1903696" cy="19036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38" h="20736" extrusionOk="0">
                  <a:moveTo>
                    <a:pt x="10474" y="1"/>
                  </a:moveTo>
                  <a:lnTo>
                    <a:pt x="10433" y="4000"/>
                  </a:lnTo>
                  <a:lnTo>
                    <a:pt x="10369" y="3997"/>
                  </a:lnTo>
                  <a:cubicBezTo>
                    <a:pt x="6850" y="3997"/>
                    <a:pt x="3997" y="6849"/>
                    <a:pt x="3997" y="10368"/>
                  </a:cubicBezTo>
                  <a:cubicBezTo>
                    <a:pt x="3997" y="13887"/>
                    <a:pt x="6850" y="16739"/>
                    <a:pt x="10369" y="16739"/>
                  </a:cubicBezTo>
                  <a:cubicBezTo>
                    <a:pt x="13888" y="16739"/>
                    <a:pt x="16741" y="13887"/>
                    <a:pt x="16741" y="10368"/>
                  </a:cubicBezTo>
                  <a:lnTo>
                    <a:pt x="16738" y="10306"/>
                  </a:lnTo>
                  <a:lnTo>
                    <a:pt x="20737" y="10267"/>
                  </a:lnTo>
                  <a:cubicBezTo>
                    <a:pt x="20778" y="14479"/>
                    <a:pt x="18266" y="18297"/>
                    <a:pt x="14382" y="19928"/>
                  </a:cubicBezTo>
                  <a:cubicBezTo>
                    <a:pt x="10498" y="21558"/>
                    <a:pt x="6014" y="20677"/>
                    <a:pt x="3036" y="17698"/>
                  </a:cubicBezTo>
                  <a:cubicBezTo>
                    <a:pt x="58" y="14719"/>
                    <a:pt x="-822" y="10234"/>
                    <a:pt x="810" y="6351"/>
                  </a:cubicBezTo>
                  <a:cubicBezTo>
                    <a:pt x="2442" y="2468"/>
                    <a:pt x="6262" y="-42"/>
                    <a:pt x="10474" y="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miter lim="400000"/>
            </a:ln>
          </p:spPr>
          <p:txBody>
            <a:bodyPr lIns="22859" tIns="22859" rIns="22859" bIns="22859" anchor="ctr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2700" b="0">
                  <a:solidFill>
                    <a:srgbClr val="1C1F25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1C1F25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" name="Freeform 39"/>
            <p:cNvSpPr/>
            <p:nvPr/>
          </p:nvSpPr>
          <p:spPr>
            <a:xfrm rot="2700000" flipH="1">
              <a:off x="11582098" y="2332279"/>
              <a:ext cx="1903695" cy="1903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48" h="21459" extrusionOk="0">
                  <a:moveTo>
                    <a:pt x="10167" y="2"/>
                  </a:moveTo>
                  <a:cubicBezTo>
                    <a:pt x="12959" y="-55"/>
                    <a:pt x="15719" y="1057"/>
                    <a:pt x="17757" y="3193"/>
                  </a:cubicBezTo>
                  <a:cubicBezTo>
                    <a:pt x="20722" y="6301"/>
                    <a:pt x="21571" y="10957"/>
                    <a:pt x="19904" y="14968"/>
                  </a:cubicBezTo>
                  <a:cubicBezTo>
                    <a:pt x="18236" y="18979"/>
                    <a:pt x="14385" y="21545"/>
                    <a:pt x="10165" y="21457"/>
                  </a:cubicBezTo>
                  <a:lnTo>
                    <a:pt x="10245" y="17316"/>
                  </a:lnTo>
                  <a:lnTo>
                    <a:pt x="10374" y="17323"/>
                  </a:lnTo>
                  <a:cubicBezTo>
                    <a:pt x="13894" y="17323"/>
                    <a:pt x="16748" y="14371"/>
                    <a:pt x="16748" y="10730"/>
                  </a:cubicBezTo>
                  <a:cubicBezTo>
                    <a:pt x="16748" y="7088"/>
                    <a:pt x="13894" y="4136"/>
                    <a:pt x="10374" y="4136"/>
                  </a:cubicBezTo>
                  <a:cubicBezTo>
                    <a:pt x="6853" y="4136"/>
                    <a:pt x="3999" y="7088"/>
                    <a:pt x="3999" y="10730"/>
                  </a:cubicBezTo>
                  <a:lnTo>
                    <a:pt x="4001" y="10775"/>
                  </a:lnTo>
                  <a:lnTo>
                    <a:pt x="0" y="10804"/>
                  </a:lnTo>
                  <a:cubicBezTo>
                    <a:pt x="-29" y="6438"/>
                    <a:pt x="2503" y="2489"/>
                    <a:pt x="6402" y="818"/>
                  </a:cubicBezTo>
                  <a:cubicBezTo>
                    <a:pt x="7621" y="295"/>
                    <a:pt x="8897" y="28"/>
                    <a:pt x="10167" y="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miter lim="400000"/>
            </a:ln>
          </p:spPr>
          <p:txBody>
            <a:bodyPr lIns="22859" tIns="22859" rIns="22859" bIns="22859" anchor="ctr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2700" b="0">
                  <a:solidFill>
                    <a:srgbClr val="1C1F25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1C1F25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" name="Freeform 38"/>
            <p:cNvSpPr/>
            <p:nvPr/>
          </p:nvSpPr>
          <p:spPr>
            <a:xfrm rot="2700000" flipH="1">
              <a:off x="10503401" y="3429080"/>
              <a:ext cx="1903697" cy="19036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38" h="20736" extrusionOk="0">
                  <a:moveTo>
                    <a:pt x="10474" y="1"/>
                  </a:moveTo>
                  <a:lnTo>
                    <a:pt x="10433" y="4000"/>
                  </a:lnTo>
                  <a:lnTo>
                    <a:pt x="10369" y="3997"/>
                  </a:lnTo>
                  <a:cubicBezTo>
                    <a:pt x="6850" y="3997"/>
                    <a:pt x="3997" y="6849"/>
                    <a:pt x="3997" y="10368"/>
                  </a:cubicBezTo>
                  <a:cubicBezTo>
                    <a:pt x="3997" y="13887"/>
                    <a:pt x="6850" y="16739"/>
                    <a:pt x="10369" y="16739"/>
                  </a:cubicBezTo>
                  <a:cubicBezTo>
                    <a:pt x="13888" y="16739"/>
                    <a:pt x="16741" y="13887"/>
                    <a:pt x="16741" y="10368"/>
                  </a:cubicBezTo>
                  <a:lnTo>
                    <a:pt x="16738" y="10306"/>
                  </a:lnTo>
                  <a:lnTo>
                    <a:pt x="20737" y="10267"/>
                  </a:lnTo>
                  <a:cubicBezTo>
                    <a:pt x="20778" y="14479"/>
                    <a:pt x="18266" y="18297"/>
                    <a:pt x="14382" y="19928"/>
                  </a:cubicBezTo>
                  <a:cubicBezTo>
                    <a:pt x="10498" y="21558"/>
                    <a:pt x="6014" y="20677"/>
                    <a:pt x="3036" y="17698"/>
                  </a:cubicBezTo>
                  <a:cubicBezTo>
                    <a:pt x="58" y="14719"/>
                    <a:pt x="-822" y="10234"/>
                    <a:pt x="810" y="6351"/>
                  </a:cubicBezTo>
                  <a:cubicBezTo>
                    <a:pt x="2442" y="2468"/>
                    <a:pt x="6262" y="-42"/>
                    <a:pt x="10474" y="1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59" tIns="22859" rIns="22859" bIns="22859" anchor="ctr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600" b="0">
                  <a:solidFill>
                    <a:srgbClr val="1C1F25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rgbClr val="1C1F25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" name="Freeform 59"/>
            <p:cNvSpPr/>
            <p:nvPr/>
          </p:nvSpPr>
          <p:spPr>
            <a:xfrm flipH="1">
              <a:off x="13745851" y="2325769"/>
              <a:ext cx="1745455" cy="1635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02" h="21600" extrusionOk="0">
                  <a:moveTo>
                    <a:pt x="10276" y="0"/>
                  </a:moveTo>
                  <a:lnTo>
                    <a:pt x="10342" y="3"/>
                  </a:lnTo>
                  <a:cubicBezTo>
                    <a:pt x="14586" y="393"/>
                    <a:pt x="18304" y="3422"/>
                    <a:pt x="19899" y="7878"/>
                  </a:cubicBezTo>
                  <a:cubicBezTo>
                    <a:pt x="21600" y="12630"/>
                    <a:pt x="20546" y="18056"/>
                    <a:pt x="17233" y="21600"/>
                  </a:cubicBezTo>
                  <a:lnTo>
                    <a:pt x="14214" y="18100"/>
                  </a:lnTo>
                  <a:lnTo>
                    <a:pt x="14318" y="17996"/>
                  </a:lnTo>
                  <a:cubicBezTo>
                    <a:pt x="17027" y="14979"/>
                    <a:pt x="17027" y="10087"/>
                    <a:pt x="14318" y="7070"/>
                  </a:cubicBezTo>
                  <a:cubicBezTo>
                    <a:pt x="11609" y="4053"/>
                    <a:pt x="7216" y="4053"/>
                    <a:pt x="4507" y="7070"/>
                  </a:cubicBezTo>
                  <a:cubicBezTo>
                    <a:pt x="1798" y="10087"/>
                    <a:pt x="1798" y="14979"/>
                    <a:pt x="4507" y="17996"/>
                  </a:cubicBezTo>
                  <a:lnTo>
                    <a:pt x="4542" y="18032"/>
                  </a:lnTo>
                  <a:lnTo>
                    <a:pt x="1485" y="21484"/>
                  </a:lnTo>
                  <a:lnTo>
                    <a:pt x="1344" y="21317"/>
                  </a:lnTo>
                  <a:lnTo>
                    <a:pt x="1077" y="20699"/>
                  </a:lnTo>
                  <a:cubicBezTo>
                    <a:pt x="383" y="18873"/>
                    <a:pt x="0" y="16866"/>
                    <a:pt x="0" y="14759"/>
                  </a:cubicBezTo>
                  <a:cubicBezTo>
                    <a:pt x="0" y="7912"/>
                    <a:pt x="4050" y="2118"/>
                    <a:pt x="9628" y="186"/>
                  </a:cubicBezTo>
                  <a:close/>
                </a:path>
              </a:pathLst>
            </a:custGeom>
            <a:solidFill>
              <a:srgbClr val="00219D">
                <a:alpha val="30000"/>
              </a:srgbClr>
            </a:solidFill>
            <a:ln w="12700">
              <a:miter lim="400000"/>
            </a:ln>
          </p:spPr>
          <p:txBody>
            <a:bodyPr lIns="22859" tIns="22859" rIns="22859" bIns="22859" anchor="ctr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600" b="0">
                  <a:solidFill>
                    <a:srgbClr val="1C1F25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3600" b="0" i="0" u="none" strike="noStrike" kern="0" cap="none" spc="0" normalizeH="0" baseline="0" noProof="0" dirty="0">
                <a:ln>
                  <a:noFill/>
                </a:ln>
                <a:solidFill>
                  <a:srgbClr val="1C1F25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" name="Freeform 63"/>
            <p:cNvSpPr/>
            <p:nvPr/>
          </p:nvSpPr>
          <p:spPr>
            <a:xfrm flipH="1">
              <a:off x="10503386" y="3701091"/>
              <a:ext cx="1760229" cy="16316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11" h="21599" extrusionOk="0">
                  <a:moveTo>
                    <a:pt x="1673" y="0"/>
                  </a:moveTo>
                  <a:lnTo>
                    <a:pt x="4697" y="3472"/>
                  </a:lnTo>
                  <a:lnTo>
                    <a:pt x="4645" y="3524"/>
                  </a:lnTo>
                  <a:cubicBezTo>
                    <a:pt x="1957" y="6548"/>
                    <a:pt x="1957" y="11450"/>
                    <a:pt x="4645" y="14474"/>
                  </a:cubicBezTo>
                  <a:cubicBezTo>
                    <a:pt x="7333" y="17498"/>
                    <a:pt x="11690" y="17498"/>
                    <a:pt x="14378" y="14474"/>
                  </a:cubicBezTo>
                  <a:cubicBezTo>
                    <a:pt x="17066" y="11450"/>
                    <a:pt x="17066" y="6548"/>
                    <a:pt x="14378" y="3524"/>
                  </a:cubicBezTo>
                  <a:lnTo>
                    <a:pt x="14328" y="3474"/>
                  </a:lnTo>
                  <a:lnTo>
                    <a:pt x="17354" y="4"/>
                  </a:lnTo>
                  <a:cubicBezTo>
                    <a:pt x="20602" y="3588"/>
                    <a:pt x="21600" y="9027"/>
                    <a:pt x="19879" y="13766"/>
                  </a:cubicBezTo>
                  <a:cubicBezTo>
                    <a:pt x="18158" y="18504"/>
                    <a:pt x="14059" y="21600"/>
                    <a:pt x="9509" y="21599"/>
                  </a:cubicBezTo>
                  <a:lnTo>
                    <a:pt x="9140" y="21583"/>
                  </a:lnTo>
                  <a:lnTo>
                    <a:pt x="8302" y="21238"/>
                  </a:lnTo>
                  <a:cubicBezTo>
                    <a:pt x="3423" y="18917"/>
                    <a:pt x="0" y="13482"/>
                    <a:pt x="0" y="7147"/>
                  </a:cubicBezTo>
                  <a:cubicBezTo>
                    <a:pt x="0" y="5035"/>
                    <a:pt x="380" y="3024"/>
                    <a:pt x="1068" y="1194"/>
                  </a:cubicBezTo>
                  <a:lnTo>
                    <a:pt x="1483" y="225"/>
                  </a:lnTo>
                  <a:close/>
                </a:path>
              </a:pathLst>
            </a:custGeom>
            <a:solidFill>
              <a:srgbClr val="101837">
                <a:alpha val="10000"/>
              </a:srgbClr>
            </a:solidFill>
            <a:ln w="12700">
              <a:miter lim="400000"/>
            </a:ln>
          </p:spPr>
          <p:txBody>
            <a:bodyPr lIns="22859" tIns="22859" rIns="22859" bIns="22859" anchor="ctr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600" b="0">
                  <a:solidFill>
                    <a:srgbClr val="1C1F25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rgbClr val="1C1F25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" name="Freeform 61"/>
            <p:cNvSpPr/>
            <p:nvPr/>
          </p:nvSpPr>
          <p:spPr>
            <a:xfrm flipH="1">
              <a:off x="11582078" y="2332334"/>
              <a:ext cx="1753943" cy="16382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06" h="21600" extrusionOk="0">
                  <a:moveTo>
                    <a:pt x="9543" y="0"/>
                  </a:moveTo>
                  <a:cubicBezTo>
                    <a:pt x="14116" y="34"/>
                    <a:pt x="18214" y="3159"/>
                    <a:pt x="19907" y="7902"/>
                  </a:cubicBezTo>
                  <a:cubicBezTo>
                    <a:pt x="21600" y="12646"/>
                    <a:pt x="20551" y="18062"/>
                    <a:pt x="17253" y="21600"/>
                  </a:cubicBezTo>
                  <a:lnTo>
                    <a:pt x="14248" y="18107"/>
                  </a:lnTo>
                  <a:lnTo>
                    <a:pt x="14351" y="18002"/>
                  </a:lnTo>
                  <a:cubicBezTo>
                    <a:pt x="17048" y="14991"/>
                    <a:pt x="17048" y="10108"/>
                    <a:pt x="14351" y="7096"/>
                  </a:cubicBezTo>
                  <a:cubicBezTo>
                    <a:pt x="11655" y="4085"/>
                    <a:pt x="7283" y="4085"/>
                    <a:pt x="4586" y="7096"/>
                  </a:cubicBezTo>
                  <a:cubicBezTo>
                    <a:pt x="1890" y="10108"/>
                    <a:pt x="1890" y="14991"/>
                    <a:pt x="4586" y="18002"/>
                  </a:cubicBezTo>
                  <a:lnTo>
                    <a:pt x="4622" y="18038"/>
                  </a:lnTo>
                  <a:lnTo>
                    <a:pt x="1590" y="21471"/>
                  </a:lnTo>
                  <a:lnTo>
                    <a:pt x="1072" y="20270"/>
                  </a:lnTo>
                  <a:cubicBezTo>
                    <a:pt x="382" y="18447"/>
                    <a:pt x="0" y="16444"/>
                    <a:pt x="0" y="14341"/>
                  </a:cubicBezTo>
                  <a:cubicBezTo>
                    <a:pt x="0" y="8031"/>
                    <a:pt x="3435" y="2618"/>
                    <a:pt x="8330" y="306"/>
                  </a:cubicBezTo>
                  <a:lnTo>
                    <a:pt x="9012" y="27"/>
                  </a:lnTo>
                  <a:close/>
                </a:path>
              </a:pathLst>
            </a:custGeom>
            <a:solidFill>
              <a:schemeClr val="bg1">
                <a:lumMod val="50000"/>
                <a:alpha val="20000"/>
              </a:schemeClr>
            </a:solidFill>
            <a:ln w="12700">
              <a:miter lim="400000"/>
            </a:ln>
          </p:spPr>
          <p:txBody>
            <a:bodyPr lIns="22859" tIns="22859" rIns="22859" bIns="22859" anchor="ctr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600" b="0">
                  <a:solidFill>
                    <a:srgbClr val="1C1F25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3600" b="0" i="0" u="none" strike="noStrike" kern="0" cap="none" spc="0" normalizeH="0" baseline="0" noProof="0" dirty="0">
                <a:ln>
                  <a:noFill/>
                </a:ln>
                <a:solidFill>
                  <a:srgbClr val="1C1F25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" name="Triangle"/>
            <p:cNvSpPr/>
            <p:nvPr/>
          </p:nvSpPr>
          <p:spPr>
            <a:xfrm rot="5400000" flipH="1">
              <a:off x="22833849" y="3634094"/>
              <a:ext cx="596901" cy="38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271F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2700" b="0">
                  <a:solidFill>
                    <a:srgbClr val="1C1F25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1C1F25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" name="Freeform 60"/>
            <p:cNvSpPr/>
            <p:nvPr/>
          </p:nvSpPr>
          <p:spPr>
            <a:xfrm flipH="1">
              <a:off x="12667158" y="3691848"/>
              <a:ext cx="1736984" cy="16306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00" h="21600" extrusionOk="0">
                  <a:moveTo>
                    <a:pt x="17299" y="0"/>
                  </a:moveTo>
                  <a:cubicBezTo>
                    <a:pt x="20589" y="3587"/>
                    <a:pt x="21600" y="9030"/>
                    <a:pt x="19857" y="13771"/>
                  </a:cubicBezTo>
                  <a:cubicBezTo>
                    <a:pt x="18222" y="18217"/>
                    <a:pt x="14472" y="21217"/>
                    <a:pt x="10212" y="21574"/>
                  </a:cubicBezTo>
                  <a:lnTo>
                    <a:pt x="9593" y="21600"/>
                  </a:lnTo>
                  <a:lnTo>
                    <a:pt x="8409" y="21118"/>
                  </a:lnTo>
                  <a:cubicBezTo>
                    <a:pt x="3467" y="18795"/>
                    <a:pt x="0" y="13356"/>
                    <a:pt x="0" y="7017"/>
                  </a:cubicBezTo>
                  <a:cubicBezTo>
                    <a:pt x="0" y="4904"/>
                    <a:pt x="385" y="2891"/>
                    <a:pt x="1082" y="1060"/>
                  </a:cubicBezTo>
                  <a:lnTo>
                    <a:pt x="1502" y="92"/>
                  </a:lnTo>
                  <a:lnTo>
                    <a:pt x="4480" y="3470"/>
                  </a:lnTo>
                  <a:lnTo>
                    <a:pt x="4428" y="3523"/>
                  </a:lnTo>
                  <a:cubicBezTo>
                    <a:pt x="1705" y="6549"/>
                    <a:pt x="1705" y="11454"/>
                    <a:pt x="4428" y="14480"/>
                  </a:cubicBezTo>
                  <a:cubicBezTo>
                    <a:pt x="7150" y="17506"/>
                    <a:pt x="11563" y="17506"/>
                    <a:pt x="14285" y="14480"/>
                  </a:cubicBezTo>
                  <a:cubicBezTo>
                    <a:pt x="17008" y="11454"/>
                    <a:pt x="17008" y="6549"/>
                    <a:pt x="14285" y="3523"/>
                  </a:cubicBezTo>
                  <a:lnTo>
                    <a:pt x="14235" y="3472"/>
                  </a:lnTo>
                  <a:close/>
                </a:path>
              </a:pathLst>
            </a:custGeom>
            <a:solidFill>
              <a:schemeClr val="bg1">
                <a:lumMod val="50000"/>
                <a:alpha val="20000"/>
              </a:schemeClr>
            </a:solidFill>
            <a:ln w="12700">
              <a:miter lim="400000"/>
            </a:ln>
          </p:spPr>
          <p:txBody>
            <a:bodyPr lIns="22859" tIns="22859" rIns="22859" bIns="22859" anchor="ctr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600" b="0">
                  <a:solidFill>
                    <a:srgbClr val="1C1F25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3600" b="0" i="0" u="none" strike="noStrike" kern="0" cap="none" spc="0" normalizeH="0" baseline="0" noProof="0" dirty="0">
                <a:ln>
                  <a:noFill/>
                </a:ln>
                <a:solidFill>
                  <a:srgbClr val="1C1F25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5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6" name="矩形 2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8" name="文本占位符 4"/>
          <p:cNvSpPr>
            <a:spLocks noGrp="1"/>
          </p:cNvSpPr>
          <p:nvPr>
            <p:ph type="body" sz="quarter" idx="37"/>
          </p:nvPr>
        </p:nvSpPr>
        <p:spPr>
          <a:xfrm>
            <a:off x="2297257" y="2596480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9" name="文本占位符 4"/>
          <p:cNvSpPr>
            <a:spLocks noGrp="1"/>
          </p:cNvSpPr>
          <p:nvPr>
            <p:ph type="body" sz="quarter" idx="38"/>
          </p:nvPr>
        </p:nvSpPr>
        <p:spPr>
          <a:xfrm>
            <a:off x="2297257" y="2953333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0" name="文本占位符 4"/>
          <p:cNvSpPr>
            <a:spLocks noGrp="1"/>
          </p:cNvSpPr>
          <p:nvPr>
            <p:ph type="body" sz="quarter" idx="39"/>
          </p:nvPr>
        </p:nvSpPr>
        <p:spPr>
          <a:xfrm>
            <a:off x="1697638" y="4212468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" name="文本占位符 4"/>
          <p:cNvSpPr>
            <a:spLocks noGrp="1"/>
          </p:cNvSpPr>
          <p:nvPr>
            <p:ph type="body" sz="quarter" idx="40"/>
          </p:nvPr>
        </p:nvSpPr>
        <p:spPr>
          <a:xfrm>
            <a:off x="1697638" y="4569321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>
            <p:ph type="body" sz="quarter" idx="41"/>
          </p:nvPr>
        </p:nvSpPr>
        <p:spPr>
          <a:xfrm>
            <a:off x="7196499" y="2594168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>
            <p:ph type="body" sz="quarter" idx="42"/>
          </p:nvPr>
        </p:nvSpPr>
        <p:spPr>
          <a:xfrm>
            <a:off x="7196499" y="2951021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0" name="文本占位符 4"/>
          <p:cNvSpPr>
            <a:spLocks noGrp="1"/>
          </p:cNvSpPr>
          <p:nvPr>
            <p:ph type="body" sz="quarter" idx="43"/>
          </p:nvPr>
        </p:nvSpPr>
        <p:spPr>
          <a:xfrm>
            <a:off x="6600513" y="4212468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7" name="文本占位符 4"/>
          <p:cNvSpPr>
            <a:spLocks noGrp="1"/>
          </p:cNvSpPr>
          <p:nvPr>
            <p:ph type="body" sz="quarter" idx="44"/>
          </p:nvPr>
        </p:nvSpPr>
        <p:spPr>
          <a:xfrm>
            <a:off x="6600513" y="4569321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流程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210239" y="2903718"/>
            <a:ext cx="11102536" cy="2943589"/>
            <a:chOff x="210239" y="3076328"/>
            <a:chExt cx="11102536" cy="2943589"/>
          </a:xfrm>
        </p:grpSpPr>
        <p:sp>
          <p:nvSpPr>
            <p:cNvPr id="35" name="任意多边形 25"/>
            <p:cNvSpPr/>
            <p:nvPr/>
          </p:nvSpPr>
          <p:spPr>
            <a:xfrm>
              <a:off x="210239" y="3076328"/>
              <a:ext cx="1720834" cy="63581"/>
            </a:xfrm>
            <a:custGeom>
              <a:avLst/>
              <a:gdLst>
                <a:gd name="connsiteX0" fmla="*/ 0 w 1038225"/>
                <a:gd name="connsiteY0" fmla="*/ 0 h 64294"/>
                <a:gd name="connsiteX1" fmla="*/ 1038225 w 1038225"/>
                <a:gd name="connsiteY1" fmla="*/ 30956 h 64294"/>
                <a:gd name="connsiteX2" fmla="*/ 990600 w 1038225"/>
                <a:gd name="connsiteY2" fmla="*/ 64294 h 64294"/>
                <a:gd name="connsiteX3" fmla="*/ 0 w 1038225"/>
                <a:gd name="connsiteY3" fmla="*/ 0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225" h="64294">
                  <a:moveTo>
                    <a:pt x="0" y="0"/>
                  </a:moveTo>
                  <a:lnTo>
                    <a:pt x="1038225" y="30956"/>
                  </a:lnTo>
                  <a:lnTo>
                    <a:pt x="990600" y="64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endParaRPr>
            </a:p>
          </p:txBody>
        </p:sp>
        <p:sp>
          <p:nvSpPr>
            <p:cNvPr id="36" name="任意多边形 26"/>
            <p:cNvSpPr/>
            <p:nvPr/>
          </p:nvSpPr>
          <p:spPr>
            <a:xfrm>
              <a:off x="2021849" y="3102231"/>
              <a:ext cx="2372068" cy="174261"/>
            </a:xfrm>
            <a:custGeom>
              <a:avLst/>
              <a:gdLst>
                <a:gd name="connsiteX0" fmla="*/ 35718 w 1431131"/>
                <a:gd name="connsiteY0" fmla="*/ 0 h 176212"/>
                <a:gd name="connsiteX1" fmla="*/ 0 w 1431131"/>
                <a:gd name="connsiteY1" fmla="*/ 38100 h 176212"/>
                <a:gd name="connsiteX2" fmla="*/ 1393031 w 1431131"/>
                <a:gd name="connsiteY2" fmla="*/ 176212 h 176212"/>
                <a:gd name="connsiteX3" fmla="*/ 1431131 w 1431131"/>
                <a:gd name="connsiteY3" fmla="*/ 145256 h 176212"/>
                <a:gd name="connsiteX4" fmla="*/ 35718 w 1431131"/>
                <a:gd name="connsiteY4" fmla="*/ 0 h 176212"/>
                <a:gd name="connsiteX0-1" fmla="*/ 35718 w 1431131"/>
                <a:gd name="connsiteY0-2" fmla="*/ 0 h 176212"/>
                <a:gd name="connsiteX1-3" fmla="*/ 0 w 1431131"/>
                <a:gd name="connsiteY1-4" fmla="*/ 38100 h 176212"/>
                <a:gd name="connsiteX2-5" fmla="*/ 1393031 w 1431131"/>
                <a:gd name="connsiteY2-6" fmla="*/ 176212 h 176212"/>
                <a:gd name="connsiteX3-7" fmla="*/ 1431131 w 1431131"/>
                <a:gd name="connsiteY3-8" fmla="*/ 145256 h 176212"/>
                <a:gd name="connsiteX4-9" fmla="*/ 35718 w 1431131"/>
                <a:gd name="connsiteY4-10" fmla="*/ 0 h 176212"/>
                <a:gd name="connsiteX0-11" fmla="*/ 35718 w 1431131"/>
                <a:gd name="connsiteY0-12" fmla="*/ 0 h 176212"/>
                <a:gd name="connsiteX1-13" fmla="*/ 0 w 1431131"/>
                <a:gd name="connsiteY1-14" fmla="*/ 38100 h 176212"/>
                <a:gd name="connsiteX2-15" fmla="*/ 1393031 w 1431131"/>
                <a:gd name="connsiteY2-16" fmla="*/ 176212 h 176212"/>
                <a:gd name="connsiteX3-17" fmla="*/ 1431131 w 1431131"/>
                <a:gd name="connsiteY3-18" fmla="*/ 145256 h 176212"/>
                <a:gd name="connsiteX4-19" fmla="*/ 35718 w 1431131"/>
                <a:gd name="connsiteY4-20" fmla="*/ 0 h 176212"/>
                <a:gd name="connsiteX0-21" fmla="*/ 35718 w 1431131"/>
                <a:gd name="connsiteY0-22" fmla="*/ 0 h 176212"/>
                <a:gd name="connsiteX1-23" fmla="*/ 0 w 1431131"/>
                <a:gd name="connsiteY1-24" fmla="*/ 38100 h 176212"/>
                <a:gd name="connsiteX2-25" fmla="*/ 1393031 w 1431131"/>
                <a:gd name="connsiteY2-26" fmla="*/ 176212 h 176212"/>
                <a:gd name="connsiteX3-27" fmla="*/ 1431131 w 1431131"/>
                <a:gd name="connsiteY3-28" fmla="*/ 145256 h 176212"/>
                <a:gd name="connsiteX4-29" fmla="*/ 35718 w 1431131"/>
                <a:gd name="connsiteY4-30" fmla="*/ 0 h 176212"/>
                <a:gd name="connsiteX0-31" fmla="*/ 35718 w 1431131"/>
                <a:gd name="connsiteY0-32" fmla="*/ 0 h 176212"/>
                <a:gd name="connsiteX1-33" fmla="*/ 0 w 1431131"/>
                <a:gd name="connsiteY1-34" fmla="*/ 38100 h 176212"/>
                <a:gd name="connsiteX2-35" fmla="*/ 1393031 w 1431131"/>
                <a:gd name="connsiteY2-36" fmla="*/ 176212 h 176212"/>
                <a:gd name="connsiteX3-37" fmla="*/ 1431131 w 1431131"/>
                <a:gd name="connsiteY3-38" fmla="*/ 145256 h 176212"/>
                <a:gd name="connsiteX4-39" fmla="*/ 35718 w 1431131"/>
                <a:gd name="connsiteY4-40" fmla="*/ 0 h 17621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431131" h="176212">
                  <a:moveTo>
                    <a:pt x="35718" y="0"/>
                  </a:moveTo>
                  <a:lnTo>
                    <a:pt x="0" y="38100"/>
                  </a:lnTo>
                  <a:cubicBezTo>
                    <a:pt x="466725" y="76993"/>
                    <a:pt x="928687" y="123031"/>
                    <a:pt x="1393031" y="176212"/>
                  </a:cubicBezTo>
                  <a:lnTo>
                    <a:pt x="1431131" y="145256"/>
                  </a:lnTo>
                  <a:cubicBezTo>
                    <a:pt x="965993" y="84931"/>
                    <a:pt x="507999" y="34132"/>
                    <a:pt x="35718" y="0"/>
                  </a:cubicBez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endParaRPr>
            </a:p>
          </p:txBody>
        </p:sp>
        <p:sp>
          <p:nvSpPr>
            <p:cNvPr id="37" name="任意多边形 27"/>
            <p:cNvSpPr/>
            <p:nvPr/>
          </p:nvSpPr>
          <p:spPr>
            <a:xfrm>
              <a:off x="4476803" y="3250588"/>
              <a:ext cx="2153503" cy="861882"/>
            </a:xfrm>
            <a:custGeom>
              <a:avLst/>
              <a:gdLst>
                <a:gd name="connsiteX0" fmla="*/ 45244 w 1057275"/>
                <a:gd name="connsiteY0" fmla="*/ 0 h 871537"/>
                <a:gd name="connsiteX1" fmla="*/ 0 w 1057275"/>
                <a:gd name="connsiteY1" fmla="*/ 50006 h 871537"/>
                <a:gd name="connsiteX2" fmla="*/ 881063 w 1057275"/>
                <a:gd name="connsiteY2" fmla="*/ 864393 h 871537"/>
                <a:gd name="connsiteX3" fmla="*/ 1057275 w 1057275"/>
                <a:gd name="connsiteY3" fmla="*/ 871537 h 871537"/>
                <a:gd name="connsiteX4" fmla="*/ 1016794 w 1057275"/>
                <a:gd name="connsiteY4" fmla="*/ 259556 h 871537"/>
                <a:gd name="connsiteX5" fmla="*/ 45244 w 1057275"/>
                <a:gd name="connsiteY5" fmla="*/ 0 h 871537"/>
                <a:gd name="connsiteX0-1" fmla="*/ 45244 w 1057275"/>
                <a:gd name="connsiteY0-2" fmla="*/ 0 h 871537"/>
                <a:gd name="connsiteX1-3" fmla="*/ 0 w 1057275"/>
                <a:gd name="connsiteY1-4" fmla="*/ 50006 h 871537"/>
                <a:gd name="connsiteX2-5" fmla="*/ 881063 w 1057275"/>
                <a:gd name="connsiteY2-6" fmla="*/ 864393 h 871537"/>
                <a:gd name="connsiteX3-7" fmla="*/ 1057275 w 1057275"/>
                <a:gd name="connsiteY3-8" fmla="*/ 871537 h 871537"/>
                <a:gd name="connsiteX4-9" fmla="*/ 1016794 w 1057275"/>
                <a:gd name="connsiteY4-10" fmla="*/ 259556 h 871537"/>
                <a:gd name="connsiteX5-11" fmla="*/ 45244 w 1057275"/>
                <a:gd name="connsiteY5-12" fmla="*/ 0 h 871537"/>
                <a:gd name="connsiteX0-13" fmla="*/ 45244 w 1057275"/>
                <a:gd name="connsiteY0-14" fmla="*/ 0 h 871537"/>
                <a:gd name="connsiteX1-15" fmla="*/ 0 w 1057275"/>
                <a:gd name="connsiteY1-16" fmla="*/ 50006 h 871537"/>
                <a:gd name="connsiteX2-17" fmla="*/ 881063 w 1057275"/>
                <a:gd name="connsiteY2-18" fmla="*/ 864393 h 871537"/>
                <a:gd name="connsiteX3-19" fmla="*/ 1057275 w 1057275"/>
                <a:gd name="connsiteY3-20" fmla="*/ 871537 h 871537"/>
                <a:gd name="connsiteX4-21" fmla="*/ 1016794 w 1057275"/>
                <a:gd name="connsiteY4-22" fmla="*/ 259556 h 871537"/>
                <a:gd name="connsiteX5-23" fmla="*/ 45244 w 1057275"/>
                <a:gd name="connsiteY5-24" fmla="*/ 0 h 871537"/>
                <a:gd name="connsiteX0-25" fmla="*/ 45244 w 1139868"/>
                <a:gd name="connsiteY0-26" fmla="*/ 0 h 871537"/>
                <a:gd name="connsiteX1-27" fmla="*/ 0 w 1139868"/>
                <a:gd name="connsiteY1-28" fmla="*/ 50006 h 871537"/>
                <a:gd name="connsiteX2-29" fmla="*/ 881063 w 1139868"/>
                <a:gd name="connsiteY2-30" fmla="*/ 864393 h 871537"/>
                <a:gd name="connsiteX3-31" fmla="*/ 1057275 w 1139868"/>
                <a:gd name="connsiteY3-32" fmla="*/ 871537 h 871537"/>
                <a:gd name="connsiteX4-33" fmla="*/ 1016794 w 1139868"/>
                <a:gd name="connsiteY4-34" fmla="*/ 259556 h 871537"/>
                <a:gd name="connsiteX5-35" fmla="*/ 45244 w 1139868"/>
                <a:gd name="connsiteY5-36" fmla="*/ 0 h 871537"/>
                <a:gd name="connsiteX0-37" fmla="*/ 45244 w 1299265"/>
                <a:gd name="connsiteY0-38" fmla="*/ 0 h 871537"/>
                <a:gd name="connsiteX1-39" fmla="*/ 0 w 1299265"/>
                <a:gd name="connsiteY1-40" fmla="*/ 50006 h 871537"/>
                <a:gd name="connsiteX2-41" fmla="*/ 881063 w 1299265"/>
                <a:gd name="connsiteY2-42" fmla="*/ 864393 h 871537"/>
                <a:gd name="connsiteX3-43" fmla="*/ 1057275 w 1299265"/>
                <a:gd name="connsiteY3-44" fmla="*/ 871537 h 871537"/>
                <a:gd name="connsiteX4-45" fmla="*/ 1016794 w 1299265"/>
                <a:gd name="connsiteY4-46" fmla="*/ 259556 h 871537"/>
                <a:gd name="connsiteX5-47" fmla="*/ 45244 w 1299265"/>
                <a:gd name="connsiteY5-48" fmla="*/ 0 h 871537"/>
                <a:gd name="connsiteX0-49" fmla="*/ 45244 w 1299265"/>
                <a:gd name="connsiteY0-50" fmla="*/ 0 h 871537"/>
                <a:gd name="connsiteX1-51" fmla="*/ 0 w 1299265"/>
                <a:gd name="connsiteY1-52" fmla="*/ 50006 h 871537"/>
                <a:gd name="connsiteX2-53" fmla="*/ 881063 w 1299265"/>
                <a:gd name="connsiteY2-54" fmla="*/ 864393 h 871537"/>
                <a:gd name="connsiteX3-55" fmla="*/ 1057275 w 1299265"/>
                <a:gd name="connsiteY3-56" fmla="*/ 871537 h 871537"/>
                <a:gd name="connsiteX4-57" fmla="*/ 1016794 w 1299265"/>
                <a:gd name="connsiteY4-58" fmla="*/ 259556 h 871537"/>
                <a:gd name="connsiteX5-59" fmla="*/ 45244 w 1299265"/>
                <a:gd name="connsiteY5-60" fmla="*/ 0 h 871537"/>
                <a:gd name="connsiteX0-61" fmla="*/ 45244 w 1299265"/>
                <a:gd name="connsiteY0-62" fmla="*/ 0 h 871537"/>
                <a:gd name="connsiteX1-63" fmla="*/ 0 w 1299265"/>
                <a:gd name="connsiteY1-64" fmla="*/ 50006 h 871537"/>
                <a:gd name="connsiteX2-65" fmla="*/ 881063 w 1299265"/>
                <a:gd name="connsiteY2-66" fmla="*/ 864393 h 871537"/>
                <a:gd name="connsiteX3-67" fmla="*/ 1057275 w 1299265"/>
                <a:gd name="connsiteY3-68" fmla="*/ 871537 h 871537"/>
                <a:gd name="connsiteX4-69" fmla="*/ 1016794 w 1299265"/>
                <a:gd name="connsiteY4-70" fmla="*/ 259556 h 871537"/>
                <a:gd name="connsiteX5-71" fmla="*/ 45244 w 1299265"/>
                <a:gd name="connsiteY5-72" fmla="*/ 0 h 871537"/>
                <a:gd name="connsiteX0-73" fmla="*/ 45244 w 1299265"/>
                <a:gd name="connsiteY0-74" fmla="*/ 0 h 871537"/>
                <a:gd name="connsiteX1-75" fmla="*/ 0 w 1299265"/>
                <a:gd name="connsiteY1-76" fmla="*/ 50006 h 871537"/>
                <a:gd name="connsiteX2-77" fmla="*/ 881063 w 1299265"/>
                <a:gd name="connsiteY2-78" fmla="*/ 864393 h 871537"/>
                <a:gd name="connsiteX3-79" fmla="*/ 1057275 w 1299265"/>
                <a:gd name="connsiteY3-80" fmla="*/ 871537 h 871537"/>
                <a:gd name="connsiteX4-81" fmla="*/ 1016794 w 1299265"/>
                <a:gd name="connsiteY4-82" fmla="*/ 259556 h 871537"/>
                <a:gd name="connsiteX5-83" fmla="*/ 45244 w 1299265"/>
                <a:gd name="connsiteY5-84" fmla="*/ 0 h 871537"/>
                <a:gd name="connsiteX0-85" fmla="*/ 45244 w 1299265"/>
                <a:gd name="connsiteY0-86" fmla="*/ 0 h 871537"/>
                <a:gd name="connsiteX1-87" fmla="*/ 0 w 1299265"/>
                <a:gd name="connsiteY1-88" fmla="*/ 50006 h 871537"/>
                <a:gd name="connsiteX2-89" fmla="*/ 881063 w 1299265"/>
                <a:gd name="connsiteY2-90" fmla="*/ 864393 h 871537"/>
                <a:gd name="connsiteX3-91" fmla="*/ 1057275 w 1299265"/>
                <a:gd name="connsiteY3-92" fmla="*/ 871537 h 871537"/>
                <a:gd name="connsiteX4-93" fmla="*/ 1016794 w 1299265"/>
                <a:gd name="connsiteY4-94" fmla="*/ 259556 h 871537"/>
                <a:gd name="connsiteX5-95" fmla="*/ 45244 w 1299265"/>
                <a:gd name="connsiteY5-96" fmla="*/ 0 h 87153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299265" h="871537">
                  <a:moveTo>
                    <a:pt x="45244" y="0"/>
                  </a:moveTo>
                  <a:lnTo>
                    <a:pt x="0" y="50006"/>
                  </a:lnTo>
                  <a:cubicBezTo>
                    <a:pt x="469901" y="147637"/>
                    <a:pt x="1658938" y="409575"/>
                    <a:pt x="881063" y="864393"/>
                  </a:cubicBezTo>
                  <a:lnTo>
                    <a:pt x="1057275" y="871537"/>
                  </a:lnTo>
                  <a:cubicBezTo>
                    <a:pt x="1477169" y="688974"/>
                    <a:pt x="1275556" y="370681"/>
                    <a:pt x="1016794" y="259556"/>
                  </a:cubicBezTo>
                  <a:cubicBezTo>
                    <a:pt x="690563" y="127794"/>
                    <a:pt x="373857" y="65088"/>
                    <a:pt x="45244" y="0"/>
                  </a:cubicBez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endParaRPr>
            </a:p>
          </p:txBody>
        </p:sp>
        <p:sp>
          <p:nvSpPr>
            <p:cNvPr id="38" name="任意多边形 28"/>
            <p:cNvSpPr/>
            <p:nvPr/>
          </p:nvSpPr>
          <p:spPr>
            <a:xfrm>
              <a:off x="3789127" y="4159568"/>
              <a:ext cx="2219057" cy="1391730"/>
            </a:xfrm>
            <a:custGeom>
              <a:avLst/>
              <a:gdLst>
                <a:gd name="connsiteX0" fmla="*/ 1069181 w 1069181"/>
                <a:gd name="connsiteY0" fmla="*/ 16669 h 1407319"/>
                <a:gd name="connsiteX1" fmla="*/ 850106 w 1069181"/>
                <a:gd name="connsiteY1" fmla="*/ 0 h 1407319"/>
                <a:gd name="connsiteX2" fmla="*/ 0 w 1069181"/>
                <a:gd name="connsiteY2" fmla="*/ 388144 h 1407319"/>
                <a:gd name="connsiteX3" fmla="*/ 607219 w 1069181"/>
                <a:gd name="connsiteY3" fmla="*/ 1407319 h 1407319"/>
                <a:gd name="connsiteX4" fmla="*/ 964406 w 1069181"/>
                <a:gd name="connsiteY4" fmla="*/ 1252538 h 1407319"/>
                <a:gd name="connsiteX5" fmla="*/ 428625 w 1069181"/>
                <a:gd name="connsiteY5" fmla="*/ 302419 h 1407319"/>
                <a:gd name="connsiteX6" fmla="*/ 1069181 w 1069181"/>
                <a:gd name="connsiteY6" fmla="*/ 16669 h 1407319"/>
                <a:gd name="connsiteX0-1" fmla="*/ 1069181 w 1069181"/>
                <a:gd name="connsiteY0-2" fmla="*/ 16669 h 1407319"/>
                <a:gd name="connsiteX1-3" fmla="*/ 850106 w 1069181"/>
                <a:gd name="connsiteY1-4" fmla="*/ 0 h 1407319"/>
                <a:gd name="connsiteX2-5" fmla="*/ 0 w 1069181"/>
                <a:gd name="connsiteY2-6" fmla="*/ 388144 h 1407319"/>
                <a:gd name="connsiteX3-7" fmla="*/ 607219 w 1069181"/>
                <a:gd name="connsiteY3-8" fmla="*/ 1407319 h 1407319"/>
                <a:gd name="connsiteX4-9" fmla="*/ 964406 w 1069181"/>
                <a:gd name="connsiteY4-10" fmla="*/ 1252538 h 1407319"/>
                <a:gd name="connsiteX5-11" fmla="*/ 428625 w 1069181"/>
                <a:gd name="connsiteY5-12" fmla="*/ 302419 h 1407319"/>
                <a:gd name="connsiteX6-13" fmla="*/ 1069181 w 1069181"/>
                <a:gd name="connsiteY6-14" fmla="*/ 16669 h 1407319"/>
                <a:gd name="connsiteX0-15" fmla="*/ 1113650 w 1113650"/>
                <a:gd name="connsiteY0-16" fmla="*/ 16669 h 1407319"/>
                <a:gd name="connsiteX1-17" fmla="*/ 894575 w 1113650"/>
                <a:gd name="connsiteY1-18" fmla="*/ 0 h 1407319"/>
                <a:gd name="connsiteX2-19" fmla="*/ 44469 w 1113650"/>
                <a:gd name="connsiteY2-20" fmla="*/ 388144 h 1407319"/>
                <a:gd name="connsiteX3-21" fmla="*/ 651688 w 1113650"/>
                <a:gd name="connsiteY3-22" fmla="*/ 1407319 h 1407319"/>
                <a:gd name="connsiteX4-23" fmla="*/ 1008875 w 1113650"/>
                <a:gd name="connsiteY4-24" fmla="*/ 1252538 h 1407319"/>
                <a:gd name="connsiteX5-25" fmla="*/ 473094 w 1113650"/>
                <a:gd name="connsiteY5-26" fmla="*/ 302419 h 1407319"/>
                <a:gd name="connsiteX6-27" fmla="*/ 1113650 w 1113650"/>
                <a:gd name="connsiteY6-28" fmla="*/ 16669 h 1407319"/>
                <a:gd name="connsiteX0-29" fmla="*/ 1338815 w 1338815"/>
                <a:gd name="connsiteY0-30" fmla="*/ 16669 h 1407319"/>
                <a:gd name="connsiteX1-31" fmla="*/ 1119740 w 1338815"/>
                <a:gd name="connsiteY1-32" fmla="*/ 0 h 1407319"/>
                <a:gd name="connsiteX2-33" fmla="*/ 269634 w 1338815"/>
                <a:gd name="connsiteY2-34" fmla="*/ 388144 h 1407319"/>
                <a:gd name="connsiteX3-35" fmla="*/ 876853 w 1338815"/>
                <a:gd name="connsiteY3-36" fmla="*/ 1407319 h 1407319"/>
                <a:gd name="connsiteX4-37" fmla="*/ 1234040 w 1338815"/>
                <a:gd name="connsiteY4-38" fmla="*/ 1252538 h 1407319"/>
                <a:gd name="connsiteX5-39" fmla="*/ 698259 w 1338815"/>
                <a:gd name="connsiteY5-40" fmla="*/ 302419 h 1407319"/>
                <a:gd name="connsiteX6-41" fmla="*/ 1338815 w 1338815"/>
                <a:gd name="connsiteY6-42" fmla="*/ 16669 h 1407319"/>
                <a:gd name="connsiteX0-43" fmla="*/ 1338815 w 1338815"/>
                <a:gd name="connsiteY0-44" fmla="*/ 16669 h 1407319"/>
                <a:gd name="connsiteX1-45" fmla="*/ 1119740 w 1338815"/>
                <a:gd name="connsiteY1-46" fmla="*/ 0 h 1407319"/>
                <a:gd name="connsiteX2-47" fmla="*/ 269634 w 1338815"/>
                <a:gd name="connsiteY2-48" fmla="*/ 388144 h 1407319"/>
                <a:gd name="connsiteX3-49" fmla="*/ 876853 w 1338815"/>
                <a:gd name="connsiteY3-50" fmla="*/ 1407319 h 1407319"/>
                <a:gd name="connsiteX4-51" fmla="*/ 1234040 w 1338815"/>
                <a:gd name="connsiteY4-52" fmla="*/ 1252538 h 1407319"/>
                <a:gd name="connsiteX5-53" fmla="*/ 698259 w 1338815"/>
                <a:gd name="connsiteY5-54" fmla="*/ 302419 h 1407319"/>
                <a:gd name="connsiteX6-55" fmla="*/ 1338815 w 1338815"/>
                <a:gd name="connsiteY6-56" fmla="*/ 16669 h 1407319"/>
                <a:gd name="connsiteX0-57" fmla="*/ 1338815 w 1338815"/>
                <a:gd name="connsiteY0-58" fmla="*/ 16669 h 1407319"/>
                <a:gd name="connsiteX1-59" fmla="*/ 1119740 w 1338815"/>
                <a:gd name="connsiteY1-60" fmla="*/ 0 h 1407319"/>
                <a:gd name="connsiteX2-61" fmla="*/ 269634 w 1338815"/>
                <a:gd name="connsiteY2-62" fmla="*/ 388144 h 1407319"/>
                <a:gd name="connsiteX3-63" fmla="*/ 876853 w 1338815"/>
                <a:gd name="connsiteY3-64" fmla="*/ 1407319 h 1407319"/>
                <a:gd name="connsiteX4-65" fmla="*/ 1234040 w 1338815"/>
                <a:gd name="connsiteY4-66" fmla="*/ 1252538 h 1407319"/>
                <a:gd name="connsiteX5-67" fmla="*/ 698259 w 1338815"/>
                <a:gd name="connsiteY5-68" fmla="*/ 302419 h 1407319"/>
                <a:gd name="connsiteX6-69" fmla="*/ 1338815 w 1338815"/>
                <a:gd name="connsiteY6-70" fmla="*/ 16669 h 1407319"/>
                <a:gd name="connsiteX0-71" fmla="*/ 1338815 w 1338815"/>
                <a:gd name="connsiteY0-72" fmla="*/ 16669 h 1407319"/>
                <a:gd name="connsiteX1-73" fmla="*/ 1119740 w 1338815"/>
                <a:gd name="connsiteY1-74" fmla="*/ 0 h 1407319"/>
                <a:gd name="connsiteX2-75" fmla="*/ 269634 w 1338815"/>
                <a:gd name="connsiteY2-76" fmla="*/ 388144 h 1407319"/>
                <a:gd name="connsiteX3-77" fmla="*/ 876853 w 1338815"/>
                <a:gd name="connsiteY3-78" fmla="*/ 1407319 h 1407319"/>
                <a:gd name="connsiteX4-79" fmla="*/ 1234040 w 1338815"/>
                <a:gd name="connsiteY4-80" fmla="*/ 1252538 h 1407319"/>
                <a:gd name="connsiteX5-81" fmla="*/ 698259 w 1338815"/>
                <a:gd name="connsiteY5-82" fmla="*/ 302419 h 1407319"/>
                <a:gd name="connsiteX6-83" fmla="*/ 1338815 w 1338815"/>
                <a:gd name="connsiteY6-84" fmla="*/ 16669 h 1407319"/>
                <a:gd name="connsiteX0-85" fmla="*/ 1338815 w 1338815"/>
                <a:gd name="connsiteY0-86" fmla="*/ 16669 h 1407319"/>
                <a:gd name="connsiteX1-87" fmla="*/ 1119740 w 1338815"/>
                <a:gd name="connsiteY1-88" fmla="*/ 0 h 1407319"/>
                <a:gd name="connsiteX2-89" fmla="*/ 269634 w 1338815"/>
                <a:gd name="connsiteY2-90" fmla="*/ 388144 h 1407319"/>
                <a:gd name="connsiteX3-91" fmla="*/ 876853 w 1338815"/>
                <a:gd name="connsiteY3-92" fmla="*/ 1407319 h 1407319"/>
                <a:gd name="connsiteX4-93" fmla="*/ 1234040 w 1338815"/>
                <a:gd name="connsiteY4-94" fmla="*/ 1252538 h 1407319"/>
                <a:gd name="connsiteX5-95" fmla="*/ 700640 w 1338815"/>
                <a:gd name="connsiteY5-96" fmla="*/ 309563 h 1407319"/>
                <a:gd name="connsiteX6-97" fmla="*/ 1338815 w 1338815"/>
                <a:gd name="connsiteY6-98" fmla="*/ 16669 h 14073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338815" h="1407319">
                  <a:moveTo>
                    <a:pt x="1338815" y="16669"/>
                  </a:moveTo>
                  <a:lnTo>
                    <a:pt x="1119740" y="0"/>
                  </a:lnTo>
                  <a:cubicBezTo>
                    <a:pt x="836371" y="129381"/>
                    <a:pt x="550622" y="237331"/>
                    <a:pt x="269634" y="388144"/>
                  </a:cubicBezTo>
                  <a:cubicBezTo>
                    <a:pt x="55321" y="496888"/>
                    <a:pt x="-435215" y="958057"/>
                    <a:pt x="876853" y="1407319"/>
                  </a:cubicBezTo>
                  <a:lnTo>
                    <a:pt x="1234040" y="1252538"/>
                  </a:lnTo>
                  <a:cubicBezTo>
                    <a:pt x="636346" y="1123951"/>
                    <a:pt x="-92316" y="685800"/>
                    <a:pt x="700640" y="309563"/>
                  </a:cubicBezTo>
                  <a:lnTo>
                    <a:pt x="1338815" y="16669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endParaRPr>
            </a:p>
          </p:txBody>
        </p:sp>
        <p:sp>
          <p:nvSpPr>
            <p:cNvPr id="39" name="任意多边形 29"/>
            <p:cNvSpPr/>
            <p:nvPr/>
          </p:nvSpPr>
          <p:spPr>
            <a:xfrm>
              <a:off x="5668756" y="5461812"/>
              <a:ext cx="5644019" cy="558105"/>
            </a:xfrm>
            <a:custGeom>
              <a:avLst/>
              <a:gdLst>
                <a:gd name="connsiteX0" fmla="*/ 383381 w 3405187"/>
                <a:gd name="connsiteY0" fmla="*/ 0 h 564357"/>
                <a:gd name="connsiteX1" fmla="*/ 0 w 3405187"/>
                <a:gd name="connsiteY1" fmla="*/ 150019 h 564357"/>
                <a:gd name="connsiteX2" fmla="*/ 2369343 w 3405187"/>
                <a:gd name="connsiteY2" fmla="*/ 438150 h 564357"/>
                <a:gd name="connsiteX3" fmla="*/ 2240756 w 3405187"/>
                <a:gd name="connsiteY3" fmla="*/ 564357 h 564357"/>
                <a:gd name="connsiteX4" fmla="*/ 3405187 w 3405187"/>
                <a:gd name="connsiteY4" fmla="*/ 402432 h 564357"/>
                <a:gd name="connsiteX5" fmla="*/ 2788443 w 3405187"/>
                <a:gd name="connsiteY5" fmla="*/ 107157 h 564357"/>
                <a:gd name="connsiteX6" fmla="*/ 2705100 w 3405187"/>
                <a:gd name="connsiteY6" fmla="*/ 180975 h 564357"/>
                <a:gd name="connsiteX7" fmla="*/ 383381 w 3405187"/>
                <a:gd name="connsiteY7" fmla="*/ 0 h 564357"/>
                <a:gd name="connsiteX0-1" fmla="*/ 383381 w 3405187"/>
                <a:gd name="connsiteY0-2" fmla="*/ 0 h 564357"/>
                <a:gd name="connsiteX1-3" fmla="*/ 0 w 3405187"/>
                <a:gd name="connsiteY1-4" fmla="*/ 150019 h 564357"/>
                <a:gd name="connsiteX2-5" fmla="*/ 2369343 w 3405187"/>
                <a:gd name="connsiteY2-6" fmla="*/ 438150 h 564357"/>
                <a:gd name="connsiteX3-7" fmla="*/ 2240756 w 3405187"/>
                <a:gd name="connsiteY3-8" fmla="*/ 564357 h 564357"/>
                <a:gd name="connsiteX4-9" fmla="*/ 3405187 w 3405187"/>
                <a:gd name="connsiteY4-10" fmla="*/ 402432 h 564357"/>
                <a:gd name="connsiteX5-11" fmla="*/ 2788443 w 3405187"/>
                <a:gd name="connsiteY5-12" fmla="*/ 107157 h 564357"/>
                <a:gd name="connsiteX6-13" fmla="*/ 2705100 w 3405187"/>
                <a:gd name="connsiteY6-14" fmla="*/ 180975 h 564357"/>
                <a:gd name="connsiteX7-15" fmla="*/ 383381 w 3405187"/>
                <a:gd name="connsiteY7-16" fmla="*/ 0 h 564357"/>
                <a:gd name="connsiteX0-17" fmla="*/ 383381 w 3405187"/>
                <a:gd name="connsiteY0-18" fmla="*/ 0 h 564357"/>
                <a:gd name="connsiteX1-19" fmla="*/ 0 w 3405187"/>
                <a:gd name="connsiteY1-20" fmla="*/ 150019 h 564357"/>
                <a:gd name="connsiteX2-21" fmla="*/ 2369343 w 3405187"/>
                <a:gd name="connsiteY2-22" fmla="*/ 438150 h 564357"/>
                <a:gd name="connsiteX3-23" fmla="*/ 2240756 w 3405187"/>
                <a:gd name="connsiteY3-24" fmla="*/ 564357 h 564357"/>
                <a:gd name="connsiteX4-25" fmla="*/ 3405187 w 3405187"/>
                <a:gd name="connsiteY4-26" fmla="*/ 402432 h 564357"/>
                <a:gd name="connsiteX5-27" fmla="*/ 2788443 w 3405187"/>
                <a:gd name="connsiteY5-28" fmla="*/ 107157 h 564357"/>
                <a:gd name="connsiteX6-29" fmla="*/ 2705100 w 3405187"/>
                <a:gd name="connsiteY6-30" fmla="*/ 180975 h 564357"/>
                <a:gd name="connsiteX7-31" fmla="*/ 383381 w 3405187"/>
                <a:gd name="connsiteY7-32" fmla="*/ 0 h 564357"/>
                <a:gd name="connsiteX0-33" fmla="*/ 383381 w 3405187"/>
                <a:gd name="connsiteY0-34" fmla="*/ 0 h 564357"/>
                <a:gd name="connsiteX1-35" fmla="*/ 0 w 3405187"/>
                <a:gd name="connsiteY1-36" fmla="*/ 150019 h 564357"/>
                <a:gd name="connsiteX2-37" fmla="*/ 2369343 w 3405187"/>
                <a:gd name="connsiteY2-38" fmla="*/ 438150 h 564357"/>
                <a:gd name="connsiteX3-39" fmla="*/ 2240756 w 3405187"/>
                <a:gd name="connsiteY3-40" fmla="*/ 564357 h 564357"/>
                <a:gd name="connsiteX4-41" fmla="*/ 3405187 w 3405187"/>
                <a:gd name="connsiteY4-42" fmla="*/ 402432 h 564357"/>
                <a:gd name="connsiteX5-43" fmla="*/ 2788443 w 3405187"/>
                <a:gd name="connsiteY5-44" fmla="*/ 107157 h 564357"/>
                <a:gd name="connsiteX6-45" fmla="*/ 2705100 w 3405187"/>
                <a:gd name="connsiteY6-46" fmla="*/ 180975 h 564357"/>
                <a:gd name="connsiteX7-47" fmla="*/ 383381 w 3405187"/>
                <a:gd name="connsiteY7-48" fmla="*/ 0 h 564357"/>
                <a:gd name="connsiteX0-49" fmla="*/ 383381 w 3405187"/>
                <a:gd name="connsiteY0-50" fmla="*/ 0 h 564357"/>
                <a:gd name="connsiteX1-51" fmla="*/ 0 w 3405187"/>
                <a:gd name="connsiteY1-52" fmla="*/ 150019 h 564357"/>
                <a:gd name="connsiteX2-53" fmla="*/ 2369343 w 3405187"/>
                <a:gd name="connsiteY2-54" fmla="*/ 438150 h 564357"/>
                <a:gd name="connsiteX3-55" fmla="*/ 2240756 w 3405187"/>
                <a:gd name="connsiteY3-56" fmla="*/ 564357 h 564357"/>
                <a:gd name="connsiteX4-57" fmla="*/ 3405187 w 3405187"/>
                <a:gd name="connsiteY4-58" fmla="*/ 402432 h 564357"/>
                <a:gd name="connsiteX5-59" fmla="*/ 2788443 w 3405187"/>
                <a:gd name="connsiteY5-60" fmla="*/ 107157 h 564357"/>
                <a:gd name="connsiteX6-61" fmla="*/ 2705100 w 3405187"/>
                <a:gd name="connsiteY6-62" fmla="*/ 180975 h 564357"/>
                <a:gd name="connsiteX7-63" fmla="*/ 383381 w 3405187"/>
                <a:gd name="connsiteY7-64" fmla="*/ 0 h 5643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3405187" h="564357">
                  <a:moveTo>
                    <a:pt x="383381" y="0"/>
                  </a:moveTo>
                  <a:lnTo>
                    <a:pt x="0" y="150019"/>
                  </a:lnTo>
                  <a:cubicBezTo>
                    <a:pt x="692150" y="307975"/>
                    <a:pt x="1527174" y="432594"/>
                    <a:pt x="2369343" y="438150"/>
                  </a:cubicBezTo>
                  <a:lnTo>
                    <a:pt x="2240756" y="564357"/>
                  </a:lnTo>
                  <a:lnTo>
                    <a:pt x="3405187" y="402432"/>
                  </a:lnTo>
                  <a:lnTo>
                    <a:pt x="2788443" y="107157"/>
                  </a:lnTo>
                  <a:lnTo>
                    <a:pt x="2705100" y="180975"/>
                  </a:lnTo>
                  <a:cubicBezTo>
                    <a:pt x="1933576" y="177800"/>
                    <a:pt x="1159668" y="98425"/>
                    <a:pt x="383381" y="0"/>
                  </a:cubicBez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endParaRPr>
            </a:p>
          </p:txBody>
        </p:sp>
      </p:grpSp>
      <p:sp>
        <p:nvSpPr>
          <p:cNvPr id="41" name="flag_98143"/>
          <p:cNvSpPr>
            <a:spLocks noChangeAspect="1"/>
          </p:cNvSpPr>
          <p:nvPr userDrawn="1"/>
        </p:nvSpPr>
        <p:spPr bwMode="auto">
          <a:xfrm>
            <a:off x="1484961" y="1647183"/>
            <a:ext cx="935613" cy="1203837"/>
          </a:xfrm>
          <a:custGeom>
            <a:avLst/>
            <a:gdLst>
              <a:gd name="connsiteX0" fmla="*/ 159898 w 468907"/>
              <a:gd name="connsiteY0" fmla="*/ 449854 h 603334"/>
              <a:gd name="connsiteX1" fmla="*/ 159898 w 468907"/>
              <a:gd name="connsiteY1" fmla="*/ 506002 h 603334"/>
              <a:gd name="connsiteX2" fmla="*/ 204396 w 468907"/>
              <a:gd name="connsiteY2" fmla="*/ 550446 h 603334"/>
              <a:gd name="connsiteX3" fmla="*/ 248895 w 468907"/>
              <a:gd name="connsiteY3" fmla="*/ 506002 h 603334"/>
              <a:gd name="connsiteX4" fmla="*/ 248895 w 468907"/>
              <a:gd name="connsiteY4" fmla="*/ 449854 h 603334"/>
              <a:gd name="connsiteX5" fmla="*/ 408644 w 468907"/>
              <a:gd name="connsiteY5" fmla="*/ 525705 h 603334"/>
              <a:gd name="connsiteX6" fmla="*/ 204396 w 468907"/>
              <a:gd name="connsiteY6" fmla="*/ 603334 h 603334"/>
              <a:gd name="connsiteX7" fmla="*/ 0 w 468907"/>
              <a:gd name="connsiteY7" fmla="*/ 525705 h 603334"/>
              <a:gd name="connsiteX8" fmla="*/ 159898 w 468907"/>
              <a:gd name="connsiteY8" fmla="*/ 449854 h 603334"/>
              <a:gd name="connsiteX9" fmla="*/ 204406 w 468907"/>
              <a:gd name="connsiteY9" fmla="*/ 0 h 603334"/>
              <a:gd name="connsiteX10" fmla="*/ 224136 w 468907"/>
              <a:gd name="connsiteY10" fmla="*/ 19701 h 603334"/>
              <a:gd name="connsiteX11" fmla="*/ 224136 w 468907"/>
              <a:gd name="connsiteY11" fmla="*/ 41772 h 603334"/>
              <a:gd name="connsiteX12" fmla="*/ 247278 w 468907"/>
              <a:gd name="connsiteY12" fmla="*/ 53326 h 603334"/>
              <a:gd name="connsiteX13" fmla="*/ 248910 w 468907"/>
              <a:gd name="connsiteY13" fmla="*/ 54067 h 603334"/>
              <a:gd name="connsiteX14" fmla="*/ 339698 w 468907"/>
              <a:gd name="connsiteY14" fmla="*/ 53326 h 603334"/>
              <a:gd name="connsiteX15" fmla="*/ 406157 w 468907"/>
              <a:gd name="connsiteY15" fmla="*/ 44438 h 603334"/>
              <a:gd name="connsiteX16" fmla="*/ 451847 w 468907"/>
              <a:gd name="connsiteY16" fmla="*/ 53622 h 603334"/>
              <a:gd name="connsiteX17" fmla="*/ 468907 w 468907"/>
              <a:gd name="connsiteY17" fmla="*/ 74360 h 603334"/>
              <a:gd name="connsiteX18" fmla="*/ 468907 w 468907"/>
              <a:gd name="connsiteY18" fmla="*/ 225746 h 603334"/>
              <a:gd name="connsiteX19" fmla="*/ 461045 w 468907"/>
              <a:gd name="connsiteY19" fmla="*/ 242040 h 603334"/>
              <a:gd name="connsiteX20" fmla="*/ 443540 w 468907"/>
              <a:gd name="connsiteY20" fmla="*/ 246484 h 603334"/>
              <a:gd name="connsiteX21" fmla="*/ 406157 w 468907"/>
              <a:gd name="connsiteY21" fmla="*/ 238930 h 603334"/>
              <a:gd name="connsiteX22" fmla="*/ 339698 w 468907"/>
              <a:gd name="connsiteY22" fmla="*/ 247817 h 603334"/>
              <a:gd name="connsiteX23" fmla="*/ 248910 w 468907"/>
              <a:gd name="connsiteY23" fmla="*/ 248558 h 603334"/>
              <a:gd name="connsiteX24" fmla="*/ 247278 w 468907"/>
              <a:gd name="connsiteY24" fmla="*/ 247817 h 603334"/>
              <a:gd name="connsiteX25" fmla="*/ 224136 w 468907"/>
              <a:gd name="connsiteY25" fmla="*/ 236264 h 603334"/>
              <a:gd name="connsiteX26" fmla="*/ 224136 w 468907"/>
              <a:gd name="connsiteY26" fmla="*/ 506004 h 603334"/>
              <a:gd name="connsiteX27" fmla="*/ 204406 w 468907"/>
              <a:gd name="connsiteY27" fmla="*/ 525853 h 603334"/>
              <a:gd name="connsiteX28" fmla="*/ 184528 w 468907"/>
              <a:gd name="connsiteY28" fmla="*/ 506004 h 603334"/>
              <a:gd name="connsiteX29" fmla="*/ 184528 w 468907"/>
              <a:gd name="connsiteY29" fmla="*/ 19701 h 603334"/>
              <a:gd name="connsiteX30" fmla="*/ 204406 w 468907"/>
              <a:gd name="connsiteY30" fmla="*/ 0 h 603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68907" h="603334">
                <a:moveTo>
                  <a:pt x="159898" y="449854"/>
                </a:moveTo>
                <a:lnTo>
                  <a:pt x="159898" y="506002"/>
                </a:lnTo>
                <a:cubicBezTo>
                  <a:pt x="159898" y="530594"/>
                  <a:pt x="179774" y="550446"/>
                  <a:pt x="204396" y="550446"/>
                </a:cubicBezTo>
                <a:cubicBezTo>
                  <a:pt x="228870" y="550446"/>
                  <a:pt x="248895" y="530594"/>
                  <a:pt x="248895" y="506002"/>
                </a:cubicBezTo>
                <a:lnTo>
                  <a:pt x="248895" y="449854"/>
                </a:lnTo>
                <a:cubicBezTo>
                  <a:pt x="340265" y="457558"/>
                  <a:pt x="408644" y="488520"/>
                  <a:pt x="408644" y="525705"/>
                </a:cubicBezTo>
                <a:cubicBezTo>
                  <a:pt x="408644" y="568520"/>
                  <a:pt x="317126" y="603334"/>
                  <a:pt x="204396" y="603334"/>
                </a:cubicBezTo>
                <a:cubicBezTo>
                  <a:pt x="91518" y="603334"/>
                  <a:pt x="0" y="568520"/>
                  <a:pt x="0" y="525705"/>
                </a:cubicBezTo>
                <a:cubicBezTo>
                  <a:pt x="0" y="488520"/>
                  <a:pt x="68379" y="457558"/>
                  <a:pt x="159898" y="449854"/>
                </a:cubicBezTo>
                <a:close/>
                <a:moveTo>
                  <a:pt x="204406" y="0"/>
                </a:moveTo>
                <a:cubicBezTo>
                  <a:pt x="215236" y="0"/>
                  <a:pt x="224136" y="8888"/>
                  <a:pt x="224136" y="19701"/>
                </a:cubicBezTo>
                <a:lnTo>
                  <a:pt x="224136" y="41772"/>
                </a:lnTo>
                <a:lnTo>
                  <a:pt x="247278" y="53326"/>
                </a:lnTo>
                <a:cubicBezTo>
                  <a:pt x="247872" y="53622"/>
                  <a:pt x="248317" y="53770"/>
                  <a:pt x="248910" y="54067"/>
                </a:cubicBezTo>
                <a:cubicBezTo>
                  <a:pt x="277541" y="67842"/>
                  <a:pt x="311215" y="67694"/>
                  <a:pt x="339698" y="53326"/>
                </a:cubicBezTo>
                <a:cubicBezTo>
                  <a:pt x="360318" y="43105"/>
                  <a:pt x="383756" y="39994"/>
                  <a:pt x="406157" y="44438"/>
                </a:cubicBezTo>
                <a:lnTo>
                  <a:pt x="451847" y="53622"/>
                </a:lnTo>
                <a:cubicBezTo>
                  <a:pt x="461786" y="55548"/>
                  <a:pt x="468907" y="64287"/>
                  <a:pt x="468907" y="74360"/>
                </a:cubicBezTo>
                <a:lnTo>
                  <a:pt x="468907" y="225746"/>
                </a:lnTo>
                <a:cubicBezTo>
                  <a:pt x="468907" y="231968"/>
                  <a:pt x="466088" y="238041"/>
                  <a:pt x="461045" y="242040"/>
                </a:cubicBezTo>
                <a:cubicBezTo>
                  <a:pt x="456149" y="246040"/>
                  <a:pt x="449770" y="247669"/>
                  <a:pt x="443540" y="246484"/>
                </a:cubicBezTo>
                <a:lnTo>
                  <a:pt x="406157" y="238930"/>
                </a:lnTo>
                <a:cubicBezTo>
                  <a:pt x="383756" y="234486"/>
                  <a:pt x="360318" y="237597"/>
                  <a:pt x="339698" y="247817"/>
                </a:cubicBezTo>
                <a:cubicBezTo>
                  <a:pt x="311215" y="262186"/>
                  <a:pt x="277541" y="262334"/>
                  <a:pt x="248910" y="248558"/>
                </a:cubicBezTo>
                <a:cubicBezTo>
                  <a:pt x="248317" y="248410"/>
                  <a:pt x="247872" y="248114"/>
                  <a:pt x="247278" y="247817"/>
                </a:cubicBezTo>
                <a:lnTo>
                  <a:pt x="224136" y="236264"/>
                </a:lnTo>
                <a:lnTo>
                  <a:pt x="224136" y="506004"/>
                </a:lnTo>
                <a:cubicBezTo>
                  <a:pt x="224136" y="516965"/>
                  <a:pt x="215236" y="525853"/>
                  <a:pt x="204406" y="525853"/>
                </a:cubicBezTo>
                <a:cubicBezTo>
                  <a:pt x="193429" y="525853"/>
                  <a:pt x="184528" y="516965"/>
                  <a:pt x="184528" y="506004"/>
                </a:cubicBezTo>
                <a:lnTo>
                  <a:pt x="184528" y="19701"/>
                </a:lnTo>
                <a:cubicBezTo>
                  <a:pt x="184528" y="8888"/>
                  <a:pt x="193429" y="0"/>
                  <a:pt x="204406" y="0"/>
                </a:cubicBezTo>
                <a:close/>
              </a:path>
            </a:pathLst>
          </a:custGeom>
          <a:solidFill>
            <a:srgbClr val="3171F4"/>
          </a:solidFill>
          <a:ln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42" name="flag_98143"/>
          <p:cNvSpPr>
            <a:spLocks noChangeAspect="1"/>
          </p:cNvSpPr>
          <p:nvPr userDrawn="1"/>
        </p:nvSpPr>
        <p:spPr bwMode="auto">
          <a:xfrm>
            <a:off x="5406638" y="2593903"/>
            <a:ext cx="935613" cy="1203837"/>
          </a:xfrm>
          <a:custGeom>
            <a:avLst/>
            <a:gdLst>
              <a:gd name="connsiteX0" fmla="*/ 159898 w 468907"/>
              <a:gd name="connsiteY0" fmla="*/ 449854 h 603334"/>
              <a:gd name="connsiteX1" fmla="*/ 159898 w 468907"/>
              <a:gd name="connsiteY1" fmla="*/ 506002 h 603334"/>
              <a:gd name="connsiteX2" fmla="*/ 204396 w 468907"/>
              <a:gd name="connsiteY2" fmla="*/ 550446 h 603334"/>
              <a:gd name="connsiteX3" fmla="*/ 248895 w 468907"/>
              <a:gd name="connsiteY3" fmla="*/ 506002 h 603334"/>
              <a:gd name="connsiteX4" fmla="*/ 248895 w 468907"/>
              <a:gd name="connsiteY4" fmla="*/ 449854 h 603334"/>
              <a:gd name="connsiteX5" fmla="*/ 408644 w 468907"/>
              <a:gd name="connsiteY5" fmla="*/ 525705 h 603334"/>
              <a:gd name="connsiteX6" fmla="*/ 204396 w 468907"/>
              <a:gd name="connsiteY6" fmla="*/ 603334 h 603334"/>
              <a:gd name="connsiteX7" fmla="*/ 0 w 468907"/>
              <a:gd name="connsiteY7" fmla="*/ 525705 h 603334"/>
              <a:gd name="connsiteX8" fmla="*/ 159898 w 468907"/>
              <a:gd name="connsiteY8" fmla="*/ 449854 h 603334"/>
              <a:gd name="connsiteX9" fmla="*/ 204406 w 468907"/>
              <a:gd name="connsiteY9" fmla="*/ 0 h 603334"/>
              <a:gd name="connsiteX10" fmla="*/ 224136 w 468907"/>
              <a:gd name="connsiteY10" fmla="*/ 19701 h 603334"/>
              <a:gd name="connsiteX11" fmla="*/ 224136 w 468907"/>
              <a:gd name="connsiteY11" fmla="*/ 41772 h 603334"/>
              <a:gd name="connsiteX12" fmla="*/ 247278 w 468907"/>
              <a:gd name="connsiteY12" fmla="*/ 53326 h 603334"/>
              <a:gd name="connsiteX13" fmla="*/ 248910 w 468907"/>
              <a:gd name="connsiteY13" fmla="*/ 54067 h 603334"/>
              <a:gd name="connsiteX14" fmla="*/ 339698 w 468907"/>
              <a:gd name="connsiteY14" fmla="*/ 53326 h 603334"/>
              <a:gd name="connsiteX15" fmla="*/ 406157 w 468907"/>
              <a:gd name="connsiteY15" fmla="*/ 44438 h 603334"/>
              <a:gd name="connsiteX16" fmla="*/ 451847 w 468907"/>
              <a:gd name="connsiteY16" fmla="*/ 53622 h 603334"/>
              <a:gd name="connsiteX17" fmla="*/ 468907 w 468907"/>
              <a:gd name="connsiteY17" fmla="*/ 74360 h 603334"/>
              <a:gd name="connsiteX18" fmla="*/ 468907 w 468907"/>
              <a:gd name="connsiteY18" fmla="*/ 225746 h 603334"/>
              <a:gd name="connsiteX19" fmla="*/ 461045 w 468907"/>
              <a:gd name="connsiteY19" fmla="*/ 242040 h 603334"/>
              <a:gd name="connsiteX20" fmla="*/ 443540 w 468907"/>
              <a:gd name="connsiteY20" fmla="*/ 246484 h 603334"/>
              <a:gd name="connsiteX21" fmla="*/ 406157 w 468907"/>
              <a:gd name="connsiteY21" fmla="*/ 238930 h 603334"/>
              <a:gd name="connsiteX22" fmla="*/ 339698 w 468907"/>
              <a:gd name="connsiteY22" fmla="*/ 247817 h 603334"/>
              <a:gd name="connsiteX23" fmla="*/ 248910 w 468907"/>
              <a:gd name="connsiteY23" fmla="*/ 248558 h 603334"/>
              <a:gd name="connsiteX24" fmla="*/ 247278 w 468907"/>
              <a:gd name="connsiteY24" fmla="*/ 247817 h 603334"/>
              <a:gd name="connsiteX25" fmla="*/ 224136 w 468907"/>
              <a:gd name="connsiteY25" fmla="*/ 236264 h 603334"/>
              <a:gd name="connsiteX26" fmla="*/ 224136 w 468907"/>
              <a:gd name="connsiteY26" fmla="*/ 506004 h 603334"/>
              <a:gd name="connsiteX27" fmla="*/ 204406 w 468907"/>
              <a:gd name="connsiteY27" fmla="*/ 525853 h 603334"/>
              <a:gd name="connsiteX28" fmla="*/ 184528 w 468907"/>
              <a:gd name="connsiteY28" fmla="*/ 506004 h 603334"/>
              <a:gd name="connsiteX29" fmla="*/ 184528 w 468907"/>
              <a:gd name="connsiteY29" fmla="*/ 19701 h 603334"/>
              <a:gd name="connsiteX30" fmla="*/ 204406 w 468907"/>
              <a:gd name="connsiteY30" fmla="*/ 0 h 603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68907" h="603334">
                <a:moveTo>
                  <a:pt x="159898" y="449854"/>
                </a:moveTo>
                <a:lnTo>
                  <a:pt x="159898" y="506002"/>
                </a:lnTo>
                <a:cubicBezTo>
                  <a:pt x="159898" y="530594"/>
                  <a:pt x="179774" y="550446"/>
                  <a:pt x="204396" y="550446"/>
                </a:cubicBezTo>
                <a:cubicBezTo>
                  <a:pt x="228870" y="550446"/>
                  <a:pt x="248895" y="530594"/>
                  <a:pt x="248895" y="506002"/>
                </a:cubicBezTo>
                <a:lnTo>
                  <a:pt x="248895" y="449854"/>
                </a:lnTo>
                <a:cubicBezTo>
                  <a:pt x="340265" y="457558"/>
                  <a:pt x="408644" y="488520"/>
                  <a:pt x="408644" y="525705"/>
                </a:cubicBezTo>
                <a:cubicBezTo>
                  <a:pt x="408644" y="568520"/>
                  <a:pt x="317126" y="603334"/>
                  <a:pt x="204396" y="603334"/>
                </a:cubicBezTo>
                <a:cubicBezTo>
                  <a:pt x="91518" y="603334"/>
                  <a:pt x="0" y="568520"/>
                  <a:pt x="0" y="525705"/>
                </a:cubicBezTo>
                <a:cubicBezTo>
                  <a:pt x="0" y="488520"/>
                  <a:pt x="68379" y="457558"/>
                  <a:pt x="159898" y="449854"/>
                </a:cubicBezTo>
                <a:close/>
                <a:moveTo>
                  <a:pt x="204406" y="0"/>
                </a:moveTo>
                <a:cubicBezTo>
                  <a:pt x="215236" y="0"/>
                  <a:pt x="224136" y="8888"/>
                  <a:pt x="224136" y="19701"/>
                </a:cubicBezTo>
                <a:lnTo>
                  <a:pt x="224136" y="41772"/>
                </a:lnTo>
                <a:lnTo>
                  <a:pt x="247278" y="53326"/>
                </a:lnTo>
                <a:cubicBezTo>
                  <a:pt x="247872" y="53622"/>
                  <a:pt x="248317" y="53770"/>
                  <a:pt x="248910" y="54067"/>
                </a:cubicBezTo>
                <a:cubicBezTo>
                  <a:pt x="277541" y="67842"/>
                  <a:pt x="311215" y="67694"/>
                  <a:pt x="339698" y="53326"/>
                </a:cubicBezTo>
                <a:cubicBezTo>
                  <a:pt x="360318" y="43105"/>
                  <a:pt x="383756" y="39994"/>
                  <a:pt x="406157" y="44438"/>
                </a:cubicBezTo>
                <a:lnTo>
                  <a:pt x="451847" y="53622"/>
                </a:lnTo>
                <a:cubicBezTo>
                  <a:pt x="461786" y="55548"/>
                  <a:pt x="468907" y="64287"/>
                  <a:pt x="468907" y="74360"/>
                </a:cubicBezTo>
                <a:lnTo>
                  <a:pt x="468907" y="225746"/>
                </a:lnTo>
                <a:cubicBezTo>
                  <a:pt x="468907" y="231968"/>
                  <a:pt x="466088" y="238041"/>
                  <a:pt x="461045" y="242040"/>
                </a:cubicBezTo>
                <a:cubicBezTo>
                  <a:pt x="456149" y="246040"/>
                  <a:pt x="449770" y="247669"/>
                  <a:pt x="443540" y="246484"/>
                </a:cubicBezTo>
                <a:lnTo>
                  <a:pt x="406157" y="238930"/>
                </a:lnTo>
                <a:cubicBezTo>
                  <a:pt x="383756" y="234486"/>
                  <a:pt x="360318" y="237597"/>
                  <a:pt x="339698" y="247817"/>
                </a:cubicBezTo>
                <a:cubicBezTo>
                  <a:pt x="311215" y="262186"/>
                  <a:pt x="277541" y="262334"/>
                  <a:pt x="248910" y="248558"/>
                </a:cubicBezTo>
                <a:cubicBezTo>
                  <a:pt x="248317" y="248410"/>
                  <a:pt x="247872" y="248114"/>
                  <a:pt x="247278" y="247817"/>
                </a:cubicBezTo>
                <a:lnTo>
                  <a:pt x="224136" y="236264"/>
                </a:lnTo>
                <a:lnTo>
                  <a:pt x="224136" y="506004"/>
                </a:lnTo>
                <a:cubicBezTo>
                  <a:pt x="224136" y="516965"/>
                  <a:pt x="215236" y="525853"/>
                  <a:pt x="204406" y="525853"/>
                </a:cubicBezTo>
                <a:cubicBezTo>
                  <a:pt x="193429" y="525853"/>
                  <a:pt x="184528" y="516965"/>
                  <a:pt x="184528" y="506004"/>
                </a:cubicBezTo>
                <a:lnTo>
                  <a:pt x="184528" y="19701"/>
                </a:lnTo>
                <a:cubicBezTo>
                  <a:pt x="184528" y="8888"/>
                  <a:pt x="193429" y="0"/>
                  <a:pt x="204406" y="0"/>
                </a:cubicBezTo>
                <a:close/>
              </a:path>
            </a:pathLst>
          </a:custGeom>
          <a:solidFill>
            <a:srgbClr val="3171F4"/>
          </a:solidFill>
          <a:ln>
            <a:noFill/>
          </a:ln>
        </p:spPr>
      </p:sp>
      <p:sp>
        <p:nvSpPr>
          <p:cNvPr id="43" name="flag_98143"/>
          <p:cNvSpPr>
            <a:spLocks noChangeAspect="1"/>
          </p:cNvSpPr>
          <p:nvPr userDrawn="1"/>
        </p:nvSpPr>
        <p:spPr bwMode="auto">
          <a:xfrm>
            <a:off x="4341790" y="3591768"/>
            <a:ext cx="935613" cy="1203837"/>
          </a:xfrm>
          <a:custGeom>
            <a:avLst/>
            <a:gdLst>
              <a:gd name="connsiteX0" fmla="*/ 159898 w 468907"/>
              <a:gd name="connsiteY0" fmla="*/ 449854 h 603334"/>
              <a:gd name="connsiteX1" fmla="*/ 159898 w 468907"/>
              <a:gd name="connsiteY1" fmla="*/ 506002 h 603334"/>
              <a:gd name="connsiteX2" fmla="*/ 204396 w 468907"/>
              <a:gd name="connsiteY2" fmla="*/ 550446 h 603334"/>
              <a:gd name="connsiteX3" fmla="*/ 248895 w 468907"/>
              <a:gd name="connsiteY3" fmla="*/ 506002 h 603334"/>
              <a:gd name="connsiteX4" fmla="*/ 248895 w 468907"/>
              <a:gd name="connsiteY4" fmla="*/ 449854 h 603334"/>
              <a:gd name="connsiteX5" fmla="*/ 408644 w 468907"/>
              <a:gd name="connsiteY5" fmla="*/ 525705 h 603334"/>
              <a:gd name="connsiteX6" fmla="*/ 204396 w 468907"/>
              <a:gd name="connsiteY6" fmla="*/ 603334 h 603334"/>
              <a:gd name="connsiteX7" fmla="*/ 0 w 468907"/>
              <a:gd name="connsiteY7" fmla="*/ 525705 h 603334"/>
              <a:gd name="connsiteX8" fmla="*/ 159898 w 468907"/>
              <a:gd name="connsiteY8" fmla="*/ 449854 h 603334"/>
              <a:gd name="connsiteX9" fmla="*/ 204406 w 468907"/>
              <a:gd name="connsiteY9" fmla="*/ 0 h 603334"/>
              <a:gd name="connsiteX10" fmla="*/ 224136 w 468907"/>
              <a:gd name="connsiteY10" fmla="*/ 19701 h 603334"/>
              <a:gd name="connsiteX11" fmla="*/ 224136 w 468907"/>
              <a:gd name="connsiteY11" fmla="*/ 41772 h 603334"/>
              <a:gd name="connsiteX12" fmla="*/ 247278 w 468907"/>
              <a:gd name="connsiteY12" fmla="*/ 53326 h 603334"/>
              <a:gd name="connsiteX13" fmla="*/ 248910 w 468907"/>
              <a:gd name="connsiteY13" fmla="*/ 54067 h 603334"/>
              <a:gd name="connsiteX14" fmla="*/ 339698 w 468907"/>
              <a:gd name="connsiteY14" fmla="*/ 53326 h 603334"/>
              <a:gd name="connsiteX15" fmla="*/ 406157 w 468907"/>
              <a:gd name="connsiteY15" fmla="*/ 44438 h 603334"/>
              <a:gd name="connsiteX16" fmla="*/ 451847 w 468907"/>
              <a:gd name="connsiteY16" fmla="*/ 53622 h 603334"/>
              <a:gd name="connsiteX17" fmla="*/ 468907 w 468907"/>
              <a:gd name="connsiteY17" fmla="*/ 74360 h 603334"/>
              <a:gd name="connsiteX18" fmla="*/ 468907 w 468907"/>
              <a:gd name="connsiteY18" fmla="*/ 225746 h 603334"/>
              <a:gd name="connsiteX19" fmla="*/ 461045 w 468907"/>
              <a:gd name="connsiteY19" fmla="*/ 242040 h 603334"/>
              <a:gd name="connsiteX20" fmla="*/ 443540 w 468907"/>
              <a:gd name="connsiteY20" fmla="*/ 246484 h 603334"/>
              <a:gd name="connsiteX21" fmla="*/ 406157 w 468907"/>
              <a:gd name="connsiteY21" fmla="*/ 238930 h 603334"/>
              <a:gd name="connsiteX22" fmla="*/ 339698 w 468907"/>
              <a:gd name="connsiteY22" fmla="*/ 247817 h 603334"/>
              <a:gd name="connsiteX23" fmla="*/ 248910 w 468907"/>
              <a:gd name="connsiteY23" fmla="*/ 248558 h 603334"/>
              <a:gd name="connsiteX24" fmla="*/ 247278 w 468907"/>
              <a:gd name="connsiteY24" fmla="*/ 247817 h 603334"/>
              <a:gd name="connsiteX25" fmla="*/ 224136 w 468907"/>
              <a:gd name="connsiteY25" fmla="*/ 236264 h 603334"/>
              <a:gd name="connsiteX26" fmla="*/ 224136 w 468907"/>
              <a:gd name="connsiteY26" fmla="*/ 506004 h 603334"/>
              <a:gd name="connsiteX27" fmla="*/ 204406 w 468907"/>
              <a:gd name="connsiteY27" fmla="*/ 525853 h 603334"/>
              <a:gd name="connsiteX28" fmla="*/ 184528 w 468907"/>
              <a:gd name="connsiteY28" fmla="*/ 506004 h 603334"/>
              <a:gd name="connsiteX29" fmla="*/ 184528 w 468907"/>
              <a:gd name="connsiteY29" fmla="*/ 19701 h 603334"/>
              <a:gd name="connsiteX30" fmla="*/ 204406 w 468907"/>
              <a:gd name="connsiteY30" fmla="*/ 0 h 603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68907" h="603334">
                <a:moveTo>
                  <a:pt x="159898" y="449854"/>
                </a:moveTo>
                <a:lnTo>
                  <a:pt x="159898" y="506002"/>
                </a:lnTo>
                <a:cubicBezTo>
                  <a:pt x="159898" y="530594"/>
                  <a:pt x="179774" y="550446"/>
                  <a:pt x="204396" y="550446"/>
                </a:cubicBezTo>
                <a:cubicBezTo>
                  <a:pt x="228870" y="550446"/>
                  <a:pt x="248895" y="530594"/>
                  <a:pt x="248895" y="506002"/>
                </a:cubicBezTo>
                <a:lnTo>
                  <a:pt x="248895" y="449854"/>
                </a:lnTo>
                <a:cubicBezTo>
                  <a:pt x="340265" y="457558"/>
                  <a:pt x="408644" y="488520"/>
                  <a:pt x="408644" y="525705"/>
                </a:cubicBezTo>
                <a:cubicBezTo>
                  <a:pt x="408644" y="568520"/>
                  <a:pt x="317126" y="603334"/>
                  <a:pt x="204396" y="603334"/>
                </a:cubicBezTo>
                <a:cubicBezTo>
                  <a:pt x="91518" y="603334"/>
                  <a:pt x="0" y="568520"/>
                  <a:pt x="0" y="525705"/>
                </a:cubicBezTo>
                <a:cubicBezTo>
                  <a:pt x="0" y="488520"/>
                  <a:pt x="68379" y="457558"/>
                  <a:pt x="159898" y="449854"/>
                </a:cubicBezTo>
                <a:close/>
                <a:moveTo>
                  <a:pt x="204406" y="0"/>
                </a:moveTo>
                <a:cubicBezTo>
                  <a:pt x="215236" y="0"/>
                  <a:pt x="224136" y="8888"/>
                  <a:pt x="224136" y="19701"/>
                </a:cubicBezTo>
                <a:lnTo>
                  <a:pt x="224136" y="41772"/>
                </a:lnTo>
                <a:lnTo>
                  <a:pt x="247278" y="53326"/>
                </a:lnTo>
                <a:cubicBezTo>
                  <a:pt x="247872" y="53622"/>
                  <a:pt x="248317" y="53770"/>
                  <a:pt x="248910" y="54067"/>
                </a:cubicBezTo>
                <a:cubicBezTo>
                  <a:pt x="277541" y="67842"/>
                  <a:pt x="311215" y="67694"/>
                  <a:pt x="339698" y="53326"/>
                </a:cubicBezTo>
                <a:cubicBezTo>
                  <a:pt x="360318" y="43105"/>
                  <a:pt x="383756" y="39994"/>
                  <a:pt x="406157" y="44438"/>
                </a:cubicBezTo>
                <a:lnTo>
                  <a:pt x="451847" y="53622"/>
                </a:lnTo>
                <a:cubicBezTo>
                  <a:pt x="461786" y="55548"/>
                  <a:pt x="468907" y="64287"/>
                  <a:pt x="468907" y="74360"/>
                </a:cubicBezTo>
                <a:lnTo>
                  <a:pt x="468907" y="225746"/>
                </a:lnTo>
                <a:cubicBezTo>
                  <a:pt x="468907" y="231968"/>
                  <a:pt x="466088" y="238041"/>
                  <a:pt x="461045" y="242040"/>
                </a:cubicBezTo>
                <a:cubicBezTo>
                  <a:pt x="456149" y="246040"/>
                  <a:pt x="449770" y="247669"/>
                  <a:pt x="443540" y="246484"/>
                </a:cubicBezTo>
                <a:lnTo>
                  <a:pt x="406157" y="238930"/>
                </a:lnTo>
                <a:cubicBezTo>
                  <a:pt x="383756" y="234486"/>
                  <a:pt x="360318" y="237597"/>
                  <a:pt x="339698" y="247817"/>
                </a:cubicBezTo>
                <a:cubicBezTo>
                  <a:pt x="311215" y="262186"/>
                  <a:pt x="277541" y="262334"/>
                  <a:pt x="248910" y="248558"/>
                </a:cubicBezTo>
                <a:cubicBezTo>
                  <a:pt x="248317" y="248410"/>
                  <a:pt x="247872" y="248114"/>
                  <a:pt x="247278" y="247817"/>
                </a:cubicBezTo>
                <a:lnTo>
                  <a:pt x="224136" y="236264"/>
                </a:lnTo>
                <a:lnTo>
                  <a:pt x="224136" y="506004"/>
                </a:lnTo>
                <a:cubicBezTo>
                  <a:pt x="224136" y="516965"/>
                  <a:pt x="215236" y="525853"/>
                  <a:pt x="204406" y="525853"/>
                </a:cubicBezTo>
                <a:cubicBezTo>
                  <a:pt x="193429" y="525853"/>
                  <a:pt x="184528" y="516965"/>
                  <a:pt x="184528" y="506004"/>
                </a:cubicBezTo>
                <a:lnTo>
                  <a:pt x="184528" y="19701"/>
                </a:lnTo>
                <a:cubicBezTo>
                  <a:pt x="184528" y="8888"/>
                  <a:pt x="193429" y="0"/>
                  <a:pt x="204406" y="0"/>
                </a:cubicBezTo>
                <a:close/>
              </a:path>
            </a:pathLst>
          </a:custGeom>
          <a:solidFill>
            <a:srgbClr val="3171F4"/>
          </a:solidFill>
          <a:ln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</p:sp>
      <p:sp>
        <p:nvSpPr>
          <p:cNvPr id="44" name="flag_98143"/>
          <p:cNvSpPr>
            <a:spLocks noChangeAspect="1"/>
          </p:cNvSpPr>
          <p:nvPr userDrawn="1"/>
        </p:nvSpPr>
        <p:spPr bwMode="auto">
          <a:xfrm>
            <a:off x="9451876" y="4174851"/>
            <a:ext cx="935613" cy="1203837"/>
          </a:xfrm>
          <a:custGeom>
            <a:avLst/>
            <a:gdLst>
              <a:gd name="connsiteX0" fmla="*/ 159898 w 468907"/>
              <a:gd name="connsiteY0" fmla="*/ 449854 h 603334"/>
              <a:gd name="connsiteX1" fmla="*/ 159898 w 468907"/>
              <a:gd name="connsiteY1" fmla="*/ 506002 h 603334"/>
              <a:gd name="connsiteX2" fmla="*/ 204396 w 468907"/>
              <a:gd name="connsiteY2" fmla="*/ 550446 h 603334"/>
              <a:gd name="connsiteX3" fmla="*/ 248895 w 468907"/>
              <a:gd name="connsiteY3" fmla="*/ 506002 h 603334"/>
              <a:gd name="connsiteX4" fmla="*/ 248895 w 468907"/>
              <a:gd name="connsiteY4" fmla="*/ 449854 h 603334"/>
              <a:gd name="connsiteX5" fmla="*/ 408644 w 468907"/>
              <a:gd name="connsiteY5" fmla="*/ 525705 h 603334"/>
              <a:gd name="connsiteX6" fmla="*/ 204396 w 468907"/>
              <a:gd name="connsiteY6" fmla="*/ 603334 h 603334"/>
              <a:gd name="connsiteX7" fmla="*/ 0 w 468907"/>
              <a:gd name="connsiteY7" fmla="*/ 525705 h 603334"/>
              <a:gd name="connsiteX8" fmla="*/ 159898 w 468907"/>
              <a:gd name="connsiteY8" fmla="*/ 449854 h 603334"/>
              <a:gd name="connsiteX9" fmla="*/ 204406 w 468907"/>
              <a:gd name="connsiteY9" fmla="*/ 0 h 603334"/>
              <a:gd name="connsiteX10" fmla="*/ 224136 w 468907"/>
              <a:gd name="connsiteY10" fmla="*/ 19701 h 603334"/>
              <a:gd name="connsiteX11" fmla="*/ 224136 w 468907"/>
              <a:gd name="connsiteY11" fmla="*/ 41772 h 603334"/>
              <a:gd name="connsiteX12" fmla="*/ 247278 w 468907"/>
              <a:gd name="connsiteY12" fmla="*/ 53326 h 603334"/>
              <a:gd name="connsiteX13" fmla="*/ 248910 w 468907"/>
              <a:gd name="connsiteY13" fmla="*/ 54067 h 603334"/>
              <a:gd name="connsiteX14" fmla="*/ 339698 w 468907"/>
              <a:gd name="connsiteY14" fmla="*/ 53326 h 603334"/>
              <a:gd name="connsiteX15" fmla="*/ 406157 w 468907"/>
              <a:gd name="connsiteY15" fmla="*/ 44438 h 603334"/>
              <a:gd name="connsiteX16" fmla="*/ 451847 w 468907"/>
              <a:gd name="connsiteY16" fmla="*/ 53622 h 603334"/>
              <a:gd name="connsiteX17" fmla="*/ 468907 w 468907"/>
              <a:gd name="connsiteY17" fmla="*/ 74360 h 603334"/>
              <a:gd name="connsiteX18" fmla="*/ 468907 w 468907"/>
              <a:gd name="connsiteY18" fmla="*/ 225746 h 603334"/>
              <a:gd name="connsiteX19" fmla="*/ 461045 w 468907"/>
              <a:gd name="connsiteY19" fmla="*/ 242040 h 603334"/>
              <a:gd name="connsiteX20" fmla="*/ 443540 w 468907"/>
              <a:gd name="connsiteY20" fmla="*/ 246484 h 603334"/>
              <a:gd name="connsiteX21" fmla="*/ 406157 w 468907"/>
              <a:gd name="connsiteY21" fmla="*/ 238930 h 603334"/>
              <a:gd name="connsiteX22" fmla="*/ 339698 w 468907"/>
              <a:gd name="connsiteY22" fmla="*/ 247817 h 603334"/>
              <a:gd name="connsiteX23" fmla="*/ 248910 w 468907"/>
              <a:gd name="connsiteY23" fmla="*/ 248558 h 603334"/>
              <a:gd name="connsiteX24" fmla="*/ 247278 w 468907"/>
              <a:gd name="connsiteY24" fmla="*/ 247817 h 603334"/>
              <a:gd name="connsiteX25" fmla="*/ 224136 w 468907"/>
              <a:gd name="connsiteY25" fmla="*/ 236264 h 603334"/>
              <a:gd name="connsiteX26" fmla="*/ 224136 w 468907"/>
              <a:gd name="connsiteY26" fmla="*/ 506004 h 603334"/>
              <a:gd name="connsiteX27" fmla="*/ 204406 w 468907"/>
              <a:gd name="connsiteY27" fmla="*/ 525853 h 603334"/>
              <a:gd name="connsiteX28" fmla="*/ 184528 w 468907"/>
              <a:gd name="connsiteY28" fmla="*/ 506004 h 603334"/>
              <a:gd name="connsiteX29" fmla="*/ 184528 w 468907"/>
              <a:gd name="connsiteY29" fmla="*/ 19701 h 603334"/>
              <a:gd name="connsiteX30" fmla="*/ 204406 w 468907"/>
              <a:gd name="connsiteY30" fmla="*/ 0 h 603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68907" h="603334">
                <a:moveTo>
                  <a:pt x="159898" y="449854"/>
                </a:moveTo>
                <a:lnTo>
                  <a:pt x="159898" y="506002"/>
                </a:lnTo>
                <a:cubicBezTo>
                  <a:pt x="159898" y="530594"/>
                  <a:pt x="179774" y="550446"/>
                  <a:pt x="204396" y="550446"/>
                </a:cubicBezTo>
                <a:cubicBezTo>
                  <a:pt x="228870" y="550446"/>
                  <a:pt x="248895" y="530594"/>
                  <a:pt x="248895" y="506002"/>
                </a:cubicBezTo>
                <a:lnTo>
                  <a:pt x="248895" y="449854"/>
                </a:lnTo>
                <a:cubicBezTo>
                  <a:pt x="340265" y="457558"/>
                  <a:pt x="408644" y="488520"/>
                  <a:pt x="408644" y="525705"/>
                </a:cubicBezTo>
                <a:cubicBezTo>
                  <a:pt x="408644" y="568520"/>
                  <a:pt x="317126" y="603334"/>
                  <a:pt x="204396" y="603334"/>
                </a:cubicBezTo>
                <a:cubicBezTo>
                  <a:pt x="91518" y="603334"/>
                  <a:pt x="0" y="568520"/>
                  <a:pt x="0" y="525705"/>
                </a:cubicBezTo>
                <a:cubicBezTo>
                  <a:pt x="0" y="488520"/>
                  <a:pt x="68379" y="457558"/>
                  <a:pt x="159898" y="449854"/>
                </a:cubicBezTo>
                <a:close/>
                <a:moveTo>
                  <a:pt x="204406" y="0"/>
                </a:moveTo>
                <a:cubicBezTo>
                  <a:pt x="215236" y="0"/>
                  <a:pt x="224136" y="8888"/>
                  <a:pt x="224136" y="19701"/>
                </a:cubicBezTo>
                <a:lnTo>
                  <a:pt x="224136" y="41772"/>
                </a:lnTo>
                <a:lnTo>
                  <a:pt x="247278" y="53326"/>
                </a:lnTo>
                <a:cubicBezTo>
                  <a:pt x="247872" y="53622"/>
                  <a:pt x="248317" y="53770"/>
                  <a:pt x="248910" y="54067"/>
                </a:cubicBezTo>
                <a:cubicBezTo>
                  <a:pt x="277541" y="67842"/>
                  <a:pt x="311215" y="67694"/>
                  <a:pt x="339698" y="53326"/>
                </a:cubicBezTo>
                <a:cubicBezTo>
                  <a:pt x="360318" y="43105"/>
                  <a:pt x="383756" y="39994"/>
                  <a:pt x="406157" y="44438"/>
                </a:cubicBezTo>
                <a:lnTo>
                  <a:pt x="451847" y="53622"/>
                </a:lnTo>
                <a:cubicBezTo>
                  <a:pt x="461786" y="55548"/>
                  <a:pt x="468907" y="64287"/>
                  <a:pt x="468907" y="74360"/>
                </a:cubicBezTo>
                <a:lnTo>
                  <a:pt x="468907" y="225746"/>
                </a:lnTo>
                <a:cubicBezTo>
                  <a:pt x="468907" y="231968"/>
                  <a:pt x="466088" y="238041"/>
                  <a:pt x="461045" y="242040"/>
                </a:cubicBezTo>
                <a:cubicBezTo>
                  <a:pt x="456149" y="246040"/>
                  <a:pt x="449770" y="247669"/>
                  <a:pt x="443540" y="246484"/>
                </a:cubicBezTo>
                <a:lnTo>
                  <a:pt x="406157" y="238930"/>
                </a:lnTo>
                <a:cubicBezTo>
                  <a:pt x="383756" y="234486"/>
                  <a:pt x="360318" y="237597"/>
                  <a:pt x="339698" y="247817"/>
                </a:cubicBezTo>
                <a:cubicBezTo>
                  <a:pt x="311215" y="262186"/>
                  <a:pt x="277541" y="262334"/>
                  <a:pt x="248910" y="248558"/>
                </a:cubicBezTo>
                <a:cubicBezTo>
                  <a:pt x="248317" y="248410"/>
                  <a:pt x="247872" y="248114"/>
                  <a:pt x="247278" y="247817"/>
                </a:cubicBezTo>
                <a:lnTo>
                  <a:pt x="224136" y="236264"/>
                </a:lnTo>
                <a:lnTo>
                  <a:pt x="224136" y="506004"/>
                </a:lnTo>
                <a:cubicBezTo>
                  <a:pt x="224136" y="516965"/>
                  <a:pt x="215236" y="525853"/>
                  <a:pt x="204406" y="525853"/>
                </a:cubicBezTo>
                <a:cubicBezTo>
                  <a:pt x="193429" y="525853"/>
                  <a:pt x="184528" y="516965"/>
                  <a:pt x="184528" y="506004"/>
                </a:cubicBezTo>
                <a:lnTo>
                  <a:pt x="184528" y="19701"/>
                </a:lnTo>
                <a:cubicBezTo>
                  <a:pt x="184528" y="8888"/>
                  <a:pt x="193429" y="0"/>
                  <a:pt x="2044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标题文本"/>
          <p:cNvSpPr txBox="1">
            <a:spLocks noGrp="1"/>
          </p:cNvSpPr>
          <p:nvPr userDrawn="1"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6" name="矩形 2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 userDrawn="1"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8" name="文本占位符 4"/>
          <p:cNvSpPr>
            <a:spLocks noGrp="1"/>
          </p:cNvSpPr>
          <p:nvPr userDrawn="1">
            <p:ph type="body" sz="quarter" idx="37"/>
          </p:nvPr>
        </p:nvSpPr>
        <p:spPr>
          <a:xfrm>
            <a:off x="2291277" y="1675994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9" name="文本占位符 4"/>
          <p:cNvSpPr>
            <a:spLocks noGrp="1"/>
          </p:cNvSpPr>
          <p:nvPr userDrawn="1">
            <p:ph type="body" sz="quarter" idx="38"/>
          </p:nvPr>
        </p:nvSpPr>
        <p:spPr>
          <a:xfrm>
            <a:off x="2291277" y="2032847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0" name="文本占位符 4"/>
          <p:cNvSpPr>
            <a:spLocks noGrp="1"/>
          </p:cNvSpPr>
          <p:nvPr userDrawn="1">
            <p:ph type="body" sz="quarter" idx="39"/>
          </p:nvPr>
        </p:nvSpPr>
        <p:spPr>
          <a:xfrm>
            <a:off x="1554042" y="3617716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" name="文本占位符 4"/>
          <p:cNvSpPr>
            <a:spLocks noGrp="1"/>
          </p:cNvSpPr>
          <p:nvPr userDrawn="1">
            <p:ph type="body" sz="quarter" idx="40"/>
          </p:nvPr>
        </p:nvSpPr>
        <p:spPr>
          <a:xfrm>
            <a:off x="1554042" y="3974569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 userDrawn="1">
            <p:ph type="body" sz="quarter" idx="41"/>
          </p:nvPr>
        </p:nvSpPr>
        <p:spPr>
          <a:xfrm>
            <a:off x="6571234" y="2652554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 userDrawn="1">
            <p:ph type="body" sz="quarter" idx="42"/>
          </p:nvPr>
        </p:nvSpPr>
        <p:spPr>
          <a:xfrm>
            <a:off x="6571234" y="3009407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0" name="文本占位符 4"/>
          <p:cNvSpPr>
            <a:spLocks noGrp="1"/>
          </p:cNvSpPr>
          <p:nvPr userDrawn="1">
            <p:ph type="body" sz="quarter" idx="43"/>
          </p:nvPr>
        </p:nvSpPr>
        <p:spPr>
          <a:xfrm>
            <a:off x="6955390" y="4174851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7" name="文本占位符 4"/>
          <p:cNvSpPr>
            <a:spLocks noGrp="1"/>
          </p:cNvSpPr>
          <p:nvPr userDrawn="1">
            <p:ph type="body" sz="quarter" idx="44"/>
          </p:nvPr>
        </p:nvSpPr>
        <p:spPr>
          <a:xfrm>
            <a:off x="6955390" y="4531704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流程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 userDrawn="1"/>
        </p:nvGrpSpPr>
        <p:grpSpPr>
          <a:xfrm>
            <a:off x="1178864" y="3173993"/>
            <a:ext cx="10251139" cy="1657872"/>
            <a:chOff x="3477696" y="3454428"/>
            <a:chExt cx="19606691" cy="3170905"/>
          </a:xfrm>
        </p:grpSpPr>
        <p:grpSp>
          <p:nvGrpSpPr>
            <p:cNvPr id="32" name="组合 31"/>
            <p:cNvGrpSpPr/>
            <p:nvPr/>
          </p:nvGrpSpPr>
          <p:grpSpPr>
            <a:xfrm>
              <a:off x="3477696" y="3828444"/>
              <a:ext cx="19606691" cy="2796889"/>
              <a:chOff x="4412921" y="3828444"/>
              <a:chExt cx="19606691" cy="2796889"/>
            </a:xfrm>
          </p:grpSpPr>
          <p:grpSp>
            <p:nvGrpSpPr>
              <p:cNvPr id="63" name="组合 62"/>
              <p:cNvGrpSpPr/>
              <p:nvPr/>
            </p:nvGrpSpPr>
            <p:grpSpPr>
              <a:xfrm>
                <a:off x="4412921" y="5551744"/>
                <a:ext cx="6076556" cy="1073589"/>
                <a:chOff x="4962891" y="5551744"/>
                <a:chExt cx="4976616" cy="1073589"/>
              </a:xfrm>
            </p:grpSpPr>
            <p:sp>
              <p:nvSpPr>
                <p:cNvPr id="76" name="ïšľïḍê"/>
                <p:cNvSpPr/>
                <p:nvPr/>
              </p:nvSpPr>
              <p:spPr bwMode="auto">
                <a:xfrm>
                  <a:off x="4962893" y="5551744"/>
                  <a:ext cx="4976614" cy="538533"/>
                </a:xfrm>
                <a:custGeom>
                  <a:avLst/>
                  <a:gdLst>
                    <a:gd name="T0" fmla="*/ 0 w 4617"/>
                    <a:gd name="T1" fmla="*/ 0 h 309"/>
                    <a:gd name="T2" fmla="*/ 4294 w 4617"/>
                    <a:gd name="T3" fmla="*/ 0 h 309"/>
                    <a:gd name="T4" fmla="*/ 4617 w 4617"/>
                    <a:gd name="T5" fmla="*/ 287 h 309"/>
                    <a:gd name="T6" fmla="*/ 4617 w 4617"/>
                    <a:gd name="T7" fmla="*/ 309 h 309"/>
                    <a:gd name="T8" fmla="*/ 0 w 4617"/>
                    <a:gd name="T9" fmla="*/ 309 h 309"/>
                    <a:gd name="T10" fmla="*/ 0 w 4617"/>
                    <a:gd name="T11" fmla="*/ 0 h 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17" h="309">
                      <a:moveTo>
                        <a:pt x="0" y="0"/>
                      </a:moveTo>
                      <a:lnTo>
                        <a:pt x="4294" y="0"/>
                      </a:lnTo>
                      <a:lnTo>
                        <a:pt x="4617" y="287"/>
                      </a:lnTo>
                      <a:lnTo>
                        <a:pt x="4617" y="309"/>
                      </a:lnTo>
                      <a:lnTo>
                        <a:pt x="0" y="30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27B8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>
                  <a:normAutofit fontScale="92500" lnSpcReduction="20000"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等线" panose="02010600030101010101" charset="-122"/>
                  </a:endParaRPr>
                </a:p>
              </p:txBody>
            </p:sp>
            <p:sp>
              <p:nvSpPr>
                <p:cNvPr id="77" name="ïšliḓe"/>
                <p:cNvSpPr/>
                <p:nvPr/>
              </p:nvSpPr>
              <p:spPr bwMode="auto">
                <a:xfrm>
                  <a:off x="4962891" y="5551744"/>
                  <a:ext cx="1125993" cy="1073589"/>
                </a:xfrm>
                <a:custGeom>
                  <a:avLst/>
                  <a:gdLst>
                    <a:gd name="T0" fmla="*/ 0 w 325"/>
                    <a:gd name="T1" fmla="*/ 0 h 618"/>
                    <a:gd name="T2" fmla="*/ 325 w 325"/>
                    <a:gd name="T3" fmla="*/ 287 h 618"/>
                    <a:gd name="T4" fmla="*/ 325 w 325"/>
                    <a:gd name="T5" fmla="*/ 618 h 618"/>
                    <a:gd name="T6" fmla="*/ 0 w 325"/>
                    <a:gd name="T7" fmla="*/ 330 h 618"/>
                    <a:gd name="T8" fmla="*/ 0 w 325"/>
                    <a:gd name="T9" fmla="*/ 0 h 6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5" h="618">
                      <a:moveTo>
                        <a:pt x="0" y="0"/>
                      </a:moveTo>
                      <a:lnTo>
                        <a:pt x="325" y="287"/>
                      </a:lnTo>
                      <a:lnTo>
                        <a:pt x="325" y="618"/>
                      </a:lnTo>
                      <a:lnTo>
                        <a:pt x="0" y="3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F68FF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等线" panose="02010600030101010101" charset="-122"/>
                  </a:endParaRPr>
                </a:p>
              </p:txBody>
            </p:sp>
            <p:sp>
              <p:nvSpPr>
                <p:cNvPr id="78" name="î$lîḍé"/>
                <p:cNvSpPr/>
                <p:nvPr/>
              </p:nvSpPr>
              <p:spPr bwMode="auto">
                <a:xfrm>
                  <a:off x="6088884" y="6052057"/>
                  <a:ext cx="3850621" cy="573276"/>
                </a:xfrm>
                <a:prstGeom prst="rect">
                  <a:avLst/>
                </a:prstGeom>
                <a:solidFill>
                  <a:srgbClr val="0162E9">
                    <a:lumMod val="40000"/>
                    <a:lumOff val="60000"/>
                  </a:srgbClr>
                </a:solidFill>
                <a:ln w="0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t" anchorCtr="0" compatLnSpc="1">
                  <a:normAutofit fontScale="92500" lnSpcReduction="10000"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等线" panose="02010600030101010101" charset="-122"/>
                  </a:endParaRPr>
                </a:p>
              </p:txBody>
            </p:sp>
          </p:grpSp>
          <p:grpSp>
            <p:nvGrpSpPr>
              <p:cNvPr id="64" name="组合 63"/>
              <p:cNvGrpSpPr/>
              <p:nvPr/>
            </p:nvGrpSpPr>
            <p:grpSpPr>
              <a:xfrm>
                <a:off x="9119119" y="4978469"/>
                <a:ext cx="6085046" cy="1073589"/>
                <a:chOff x="8813514" y="4978469"/>
                <a:chExt cx="4983569" cy="1073589"/>
              </a:xfrm>
            </p:grpSpPr>
            <p:sp>
              <p:nvSpPr>
                <p:cNvPr id="73" name="íṣ1íḓè"/>
                <p:cNvSpPr/>
                <p:nvPr/>
              </p:nvSpPr>
              <p:spPr bwMode="auto">
                <a:xfrm>
                  <a:off x="8813514" y="4978469"/>
                  <a:ext cx="4983569" cy="535056"/>
                </a:xfrm>
                <a:custGeom>
                  <a:avLst/>
                  <a:gdLst>
                    <a:gd name="T0" fmla="*/ 0 w 3508"/>
                    <a:gd name="T1" fmla="*/ 0 h 308"/>
                    <a:gd name="T2" fmla="*/ 3185 w 3508"/>
                    <a:gd name="T3" fmla="*/ 0 h 308"/>
                    <a:gd name="T4" fmla="*/ 3508 w 3508"/>
                    <a:gd name="T5" fmla="*/ 286 h 308"/>
                    <a:gd name="T6" fmla="*/ 3508 w 3508"/>
                    <a:gd name="T7" fmla="*/ 308 h 308"/>
                    <a:gd name="T8" fmla="*/ 0 w 3508"/>
                    <a:gd name="T9" fmla="*/ 308 h 308"/>
                    <a:gd name="T10" fmla="*/ 0 w 3508"/>
                    <a:gd name="T11" fmla="*/ 0 h 3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508" h="308">
                      <a:moveTo>
                        <a:pt x="0" y="0"/>
                      </a:moveTo>
                      <a:lnTo>
                        <a:pt x="3185" y="0"/>
                      </a:lnTo>
                      <a:lnTo>
                        <a:pt x="3508" y="286"/>
                      </a:lnTo>
                      <a:lnTo>
                        <a:pt x="3508" y="308"/>
                      </a:lnTo>
                      <a:lnTo>
                        <a:pt x="0" y="3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>
                  <a:normAutofit fontScale="92500" lnSpcReduction="20000"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等线" panose="02010600030101010101" charset="-122"/>
                  </a:endParaRPr>
                </a:p>
              </p:txBody>
            </p:sp>
            <p:sp>
              <p:nvSpPr>
                <p:cNvPr id="74" name="ïšlïḑê"/>
                <p:cNvSpPr/>
                <p:nvPr/>
              </p:nvSpPr>
              <p:spPr bwMode="auto">
                <a:xfrm>
                  <a:off x="8813514" y="4978469"/>
                  <a:ext cx="1125993" cy="1073589"/>
                </a:xfrm>
                <a:custGeom>
                  <a:avLst/>
                  <a:gdLst>
                    <a:gd name="T0" fmla="*/ 0 w 323"/>
                    <a:gd name="T1" fmla="*/ 0 h 618"/>
                    <a:gd name="T2" fmla="*/ 323 w 323"/>
                    <a:gd name="T3" fmla="*/ 286 h 618"/>
                    <a:gd name="T4" fmla="*/ 323 w 323"/>
                    <a:gd name="T5" fmla="*/ 618 h 618"/>
                    <a:gd name="T6" fmla="*/ 0 w 323"/>
                    <a:gd name="T7" fmla="*/ 331 h 618"/>
                    <a:gd name="T8" fmla="*/ 0 w 323"/>
                    <a:gd name="T9" fmla="*/ 0 h 6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3" h="618">
                      <a:moveTo>
                        <a:pt x="0" y="0"/>
                      </a:moveTo>
                      <a:lnTo>
                        <a:pt x="323" y="286"/>
                      </a:lnTo>
                      <a:lnTo>
                        <a:pt x="323" y="618"/>
                      </a:lnTo>
                      <a:lnTo>
                        <a:pt x="0" y="3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40000"/>
                    <a:lumOff val="60000"/>
                  </a:scheme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等线" panose="02010600030101010101" charset="-122"/>
                  </a:endParaRPr>
                </a:p>
              </p:txBody>
            </p:sp>
            <p:sp>
              <p:nvSpPr>
                <p:cNvPr id="75" name="ïṥḻiḋe"/>
                <p:cNvSpPr/>
                <p:nvPr/>
              </p:nvSpPr>
              <p:spPr bwMode="auto">
                <a:xfrm>
                  <a:off x="9939505" y="5475307"/>
                  <a:ext cx="3857578" cy="57674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0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t" anchorCtr="0" compatLnSpc="1">
                  <a:normAutofit fontScale="92500" lnSpcReduction="10000"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等线" panose="02010600030101010101" charset="-122"/>
                  </a:endParaRPr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13849260" y="4401720"/>
                <a:ext cx="5652216" cy="1073589"/>
                <a:chOff x="12671087" y="4401720"/>
                <a:chExt cx="4629088" cy="1073589"/>
              </a:xfrm>
            </p:grpSpPr>
            <p:sp>
              <p:nvSpPr>
                <p:cNvPr id="70" name="iṩḷiďe"/>
                <p:cNvSpPr/>
                <p:nvPr/>
              </p:nvSpPr>
              <p:spPr bwMode="auto">
                <a:xfrm>
                  <a:off x="12671088" y="4401720"/>
                  <a:ext cx="4629087" cy="538533"/>
                </a:xfrm>
                <a:custGeom>
                  <a:avLst/>
                  <a:gdLst>
                    <a:gd name="T0" fmla="*/ 0 w 2399"/>
                    <a:gd name="T1" fmla="*/ 0 h 310"/>
                    <a:gd name="T2" fmla="*/ 2076 w 2399"/>
                    <a:gd name="T3" fmla="*/ 0 h 310"/>
                    <a:gd name="T4" fmla="*/ 2399 w 2399"/>
                    <a:gd name="T5" fmla="*/ 288 h 310"/>
                    <a:gd name="T6" fmla="*/ 2399 w 2399"/>
                    <a:gd name="T7" fmla="*/ 310 h 310"/>
                    <a:gd name="T8" fmla="*/ 0 w 2399"/>
                    <a:gd name="T9" fmla="*/ 310 h 310"/>
                    <a:gd name="T10" fmla="*/ 0 w 2399"/>
                    <a:gd name="T11" fmla="*/ 0 h 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399" h="310">
                      <a:moveTo>
                        <a:pt x="0" y="0"/>
                      </a:moveTo>
                      <a:lnTo>
                        <a:pt x="2076" y="0"/>
                      </a:lnTo>
                      <a:lnTo>
                        <a:pt x="2399" y="288"/>
                      </a:lnTo>
                      <a:lnTo>
                        <a:pt x="2399" y="310"/>
                      </a:lnTo>
                      <a:lnTo>
                        <a:pt x="0" y="3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27B8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>
                  <a:normAutofit fontScale="92500" lnSpcReduction="20000"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等线" panose="02010600030101010101" charset="-122"/>
                  </a:endParaRPr>
                </a:p>
              </p:txBody>
            </p:sp>
            <p:sp>
              <p:nvSpPr>
                <p:cNvPr id="71" name="íṣļíḓè"/>
                <p:cNvSpPr/>
                <p:nvPr/>
              </p:nvSpPr>
              <p:spPr bwMode="auto">
                <a:xfrm>
                  <a:off x="12671087" y="4401720"/>
                  <a:ext cx="1125993" cy="1073589"/>
                </a:xfrm>
                <a:custGeom>
                  <a:avLst/>
                  <a:gdLst>
                    <a:gd name="T0" fmla="*/ 0 w 323"/>
                    <a:gd name="T1" fmla="*/ 0 h 618"/>
                    <a:gd name="T2" fmla="*/ 323 w 323"/>
                    <a:gd name="T3" fmla="*/ 288 h 618"/>
                    <a:gd name="T4" fmla="*/ 323 w 323"/>
                    <a:gd name="T5" fmla="*/ 618 h 618"/>
                    <a:gd name="T6" fmla="*/ 0 w 323"/>
                    <a:gd name="T7" fmla="*/ 332 h 618"/>
                    <a:gd name="T8" fmla="*/ 0 w 323"/>
                    <a:gd name="T9" fmla="*/ 0 h 6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3" h="618">
                      <a:moveTo>
                        <a:pt x="0" y="0"/>
                      </a:moveTo>
                      <a:lnTo>
                        <a:pt x="323" y="288"/>
                      </a:lnTo>
                      <a:lnTo>
                        <a:pt x="323" y="618"/>
                      </a:lnTo>
                      <a:lnTo>
                        <a:pt x="0" y="3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F68FF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等线" panose="02010600030101010101" charset="-122"/>
                  </a:endParaRPr>
                </a:p>
              </p:txBody>
            </p:sp>
            <p:sp>
              <p:nvSpPr>
                <p:cNvPr id="72" name="íṣḻíḑê"/>
                <p:cNvSpPr/>
                <p:nvPr/>
              </p:nvSpPr>
              <p:spPr bwMode="auto">
                <a:xfrm>
                  <a:off x="13797083" y="4902032"/>
                  <a:ext cx="3503087" cy="573276"/>
                </a:xfrm>
                <a:prstGeom prst="rect">
                  <a:avLst/>
                </a:prstGeom>
                <a:solidFill>
                  <a:srgbClr val="0162E9">
                    <a:lumMod val="40000"/>
                    <a:lumOff val="60000"/>
                  </a:srgbClr>
                </a:solidFill>
                <a:ln w="0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t" anchorCtr="0" compatLnSpc="1">
                  <a:normAutofit fontScale="92500" lnSpcReduction="10000"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等线" panose="02010600030101010101" charset="-122"/>
                  </a:endParaRPr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18112790" y="3828444"/>
                <a:ext cx="5906822" cy="1073589"/>
                <a:chOff x="16174177" y="3828444"/>
                <a:chExt cx="4837606" cy="1073589"/>
              </a:xfrm>
            </p:grpSpPr>
            <p:sp>
              <p:nvSpPr>
                <p:cNvPr id="67" name="iṥ1idè"/>
                <p:cNvSpPr/>
                <p:nvPr/>
              </p:nvSpPr>
              <p:spPr bwMode="auto">
                <a:xfrm>
                  <a:off x="16174177" y="3828444"/>
                  <a:ext cx="4837606" cy="538533"/>
                </a:xfrm>
                <a:custGeom>
                  <a:avLst/>
                  <a:gdLst>
                    <a:gd name="T0" fmla="*/ 0 w 1391"/>
                    <a:gd name="T1" fmla="*/ 0 h 310"/>
                    <a:gd name="T2" fmla="*/ 1068 w 1391"/>
                    <a:gd name="T3" fmla="*/ 0 h 310"/>
                    <a:gd name="T4" fmla="*/ 1391 w 1391"/>
                    <a:gd name="T5" fmla="*/ 288 h 310"/>
                    <a:gd name="T6" fmla="*/ 1391 w 1391"/>
                    <a:gd name="T7" fmla="*/ 310 h 310"/>
                    <a:gd name="T8" fmla="*/ 0 w 1391"/>
                    <a:gd name="T9" fmla="*/ 310 h 310"/>
                    <a:gd name="T10" fmla="*/ 0 w 1391"/>
                    <a:gd name="T11" fmla="*/ 0 h 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91" h="310">
                      <a:moveTo>
                        <a:pt x="0" y="0"/>
                      </a:moveTo>
                      <a:lnTo>
                        <a:pt x="1068" y="0"/>
                      </a:lnTo>
                      <a:lnTo>
                        <a:pt x="1391" y="288"/>
                      </a:lnTo>
                      <a:lnTo>
                        <a:pt x="1391" y="310"/>
                      </a:lnTo>
                      <a:lnTo>
                        <a:pt x="0" y="3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>
                  <a:normAutofit fontScale="92500" lnSpcReduction="20000"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等线" panose="02010600030101010101" charset="-122"/>
                  </a:endParaRPr>
                </a:p>
              </p:txBody>
            </p:sp>
            <p:sp>
              <p:nvSpPr>
                <p:cNvPr id="68" name="îSlíḋè"/>
                <p:cNvSpPr/>
                <p:nvPr/>
              </p:nvSpPr>
              <p:spPr bwMode="auto">
                <a:xfrm>
                  <a:off x="16174177" y="3828444"/>
                  <a:ext cx="1125993" cy="1073589"/>
                </a:xfrm>
                <a:custGeom>
                  <a:avLst/>
                  <a:gdLst>
                    <a:gd name="T0" fmla="*/ 0 w 323"/>
                    <a:gd name="T1" fmla="*/ 0 h 618"/>
                    <a:gd name="T2" fmla="*/ 323 w 323"/>
                    <a:gd name="T3" fmla="*/ 288 h 618"/>
                    <a:gd name="T4" fmla="*/ 323 w 323"/>
                    <a:gd name="T5" fmla="*/ 618 h 618"/>
                    <a:gd name="T6" fmla="*/ 0 w 323"/>
                    <a:gd name="T7" fmla="*/ 330 h 618"/>
                    <a:gd name="T8" fmla="*/ 0 w 323"/>
                    <a:gd name="T9" fmla="*/ 0 h 6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3" h="618">
                      <a:moveTo>
                        <a:pt x="0" y="0"/>
                      </a:moveTo>
                      <a:lnTo>
                        <a:pt x="323" y="288"/>
                      </a:lnTo>
                      <a:lnTo>
                        <a:pt x="323" y="618"/>
                      </a:lnTo>
                      <a:lnTo>
                        <a:pt x="0" y="3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40000"/>
                    <a:lumOff val="60000"/>
                  </a:scheme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等线" panose="02010600030101010101" charset="-122"/>
                  </a:endParaRPr>
                </a:p>
              </p:txBody>
            </p:sp>
            <p:sp>
              <p:nvSpPr>
                <p:cNvPr id="69" name="iṩ1iḑê"/>
                <p:cNvSpPr/>
                <p:nvPr/>
              </p:nvSpPr>
              <p:spPr bwMode="auto">
                <a:xfrm>
                  <a:off x="17300174" y="4328757"/>
                  <a:ext cx="3711609" cy="57327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0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t" anchorCtr="0" compatLnSpc="1">
                  <a:normAutofit fontScale="92500" lnSpcReduction="10000"/>
                </a:bodyPr>
                <a:lstStyle/>
                <a:p>
                  <a:pPr marL="0" marR="0" lvl="0" indent="0" algn="l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等线" panose="02010600030101010101" charset="-122"/>
                  </a:endParaRPr>
                </a:p>
              </p:txBody>
            </p:sp>
          </p:grpSp>
        </p:grpSp>
        <p:grpSp>
          <p:nvGrpSpPr>
            <p:cNvPr id="45" name="ïSļïdè"/>
            <p:cNvGrpSpPr/>
            <p:nvPr/>
          </p:nvGrpSpPr>
          <p:grpSpPr>
            <a:xfrm>
              <a:off x="19740979" y="3454428"/>
              <a:ext cx="726149" cy="684456"/>
              <a:chOff x="10382165" y="4581492"/>
              <a:chExt cx="521329" cy="491396"/>
            </a:xfrm>
          </p:grpSpPr>
          <p:sp>
            <p:nvSpPr>
              <p:cNvPr id="60" name="išliḑê"/>
              <p:cNvSpPr/>
              <p:nvPr/>
            </p:nvSpPr>
            <p:spPr bwMode="auto">
              <a:xfrm>
                <a:off x="10382165" y="4581492"/>
                <a:ext cx="521329" cy="401599"/>
              </a:xfrm>
              <a:custGeom>
                <a:avLst/>
                <a:gdLst>
                  <a:gd name="T0" fmla="*/ 0 w 417"/>
                  <a:gd name="T1" fmla="*/ 0 h 322"/>
                  <a:gd name="T2" fmla="*/ 347 w 417"/>
                  <a:gd name="T3" fmla="*/ 0 h 322"/>
                  <a:gd name="T4" fmla="*/ 417 w 417"/>
                  <a:gd name="T5" fmla="*/ 63 h 322"/>
                  <a:gd name="T6" fmla="*/ 417 w 417"/>
                  <a:gd name="T7" fmla="*/ 72 h 322"/>
                  <a:gd name="T8" fmla="*/ 0 w 417"/>
                  <a:gd name="T9" fmla="*/ 322 h 322"/>
                  <a:gd name="T10" fmla="*/ 0 w 417"/>
                  <a:gd name="T11" fmla="*/ 0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7" h="322">
                    <a:moveTo>
                      <a:pt x="0" y="0"/>
                    </a:moveTo>
                    <a:lnTo>
                      <a:pt x="347" y="0"/>
                    </a:lnTo>
                    <a:lnTo>
                      <a:pt x="417" y="63"/>
                    </a:lnTo>
                    <a:lnTo>
                      <a:pt x="417" y="72"/>
                    </a:lnTo>
                    <a:lnTo>
                      <a:pt x="0" y="3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 fontScale="55000" lnSpcReduction="20000"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等线" panose="02010600030101010101" charset="-122"/>
                </a:endParaRPr>
              </a:p>
            </p:txBody>
          </p:sp>
          <p:sp>
            <p:nvSpPr>
              <p:cNvPr id="61" name="ïsľíḋe"/>
              <p:cNvSpPr/>
              <p:nvPr/>
            </p:nvSpPr>
            <p:spPr bwMode="auto">
              <a:xfrm>
                <a:off x="10382165" y="4581492"/>
                <a:ext cx="87305" cy="491396"/>
              </a:xfrm>
              <a:custGeom>
                <a:avLst/>
                <a:gdLst>
                  <a:gd name="T0" fmla="*/ 0 w 70"/>
                  <a:gd name="T1" fmla="*/ 0 h 394"/>
                  <a:gd name="T2" fmla="*/ 70 w 70"/>
                  <a:gd name="T3" fmla="*/ 63 h 394"/>
                  <a:gd name="T4" fmla="*/ 70 w 70"/>
                  <a:gd name="T5" fmla="*/ 394 h 394"/>
                  <a:gd name="T6" fmla="*/ 0 w 70"/>
                  <a:gd name="T7" fmla="*/ 330 h 394"/>
                  <a:gd name="T8" fmla="*/ 0 w 70"/>
                  <a:gd name="T9" fmla="*/ 0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394">
                    <a:moveTo>
                      <a:pt x="0" y="0"/>
                    </a:moveTo>
                    <a:lnTo>
                      <a:pt x="70" y="63"/>
                    </a:lnTo>
                    <a:lnTo>
                      <a:pt x="70" y="394"/>
                    </a:lnTo>
                    <a:lnTo>
                      <a:pt x="0" y="3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 fontScale="70000" lnSpcReduction="20000"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等线" panose="02010600030101010101" charset="-122"/>
                </a:endParaRPr>
              </a:p>
            </p:txBody>
          </p:sp>
          <p:sp>
            <p:nvSpPr>
              <p:cNvPr id="62" name="isḻïḋe"/>
              <p:cNvSpPr/>
              <p:nvPr/>
            </p:nvSpPr>
            <p:spPr bwMode="auto">
              <a:xfrm>
                <a:off x="10469468" y="4661311"/>
                <a:ext cx="434025" cy="411576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等线" panose="02010600030101010101" charset="-122"/>
                  </a:rPr>
                  <a:t>4</a:t>
                </a:r>
                <a:endPara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等线" panose="02010600030101010101" charset="-122"/>
                </a:endParaRPr>
              </a:p>
            </p:txBody>
          </p:sp>
        </p:grpSp>
        <p:grpSp>
          <p:nvGrpSpPr>
            <p:cNvPr id="46" name="ï$1ïḋé"/>
            <p:cNvGrpSpPr/>
            <p:nvPr/>
          </p:nvGrpSpPr>
          <p:grpSpPr>
            <a:xfrm>
              <a:off x="6242281" y="5176509"/>
              <a:ext cx="722675" cy="680983"/>
              <a:chOff x="3090101" y="5817837"/>
              <a:chExt cx="518834" cy="488902"/>
            </a:xfrm>
          </p:grpSpPr>
          <p:sp>
            <p:nvSpPr>
              <p:cNvPr id="57" name="ísḷïḑê"/>
              <p:cNvSpPr/>
              <p:nvPr/>
            </p:nvSpPr>
            <p:spPr bwMode="auto">
              <a:xfrm>
                <a:off x="3090101" y="5817837"/>
                <a:ext cx="518834" cy="399103"/>
              </a:xfrm>
              <a:custGeom>
                <a:avLst/>
                <a:gdLst>
                  <a:gd name="T0" fmla="*/ 0 w 418"/>
                  <a:gd name="T1" fmla="*/ 0 h 320"/>
                  <a:gd name="T2" fmla="*/ 348 w 418"/>
                  <a:gd name="T3" fmla="*/ 0 h 320"/>
                  <a:gd name="T4" fmla="*/ 418 w 418"/>
                  <a:gd name="T5" fmla="*/ 62 h 320"/>
                  <a:gd name="T6" fmla="*/ 418 w 418"/>
                  <a:gd name="T7" fmla="*/ 70 h 320"/>
                  <a:gd name="T8" fmla="*/ 0 w 418"/>
                  <a:gd name="T9" fmla="*/ 320 h 320"/>
                  <a:gd name="T10" fmla="*/ 0 w 418"/>
                  <a:gd name="T11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320">
                    <a:moveTo>
                      <a:pt x="0" y="0"/>
                    </a:moveTo>
                    <a:lnTo>
                      <a:pt x="348" y="0"/>
                    </a:lnTo>
                    <a:lnTo>
                      <a:pt x="418" y="62"/>
                    </a:lnTo>
                    <a:lnTo>
                      <a:pt x="418" y="70"/>
                    </a:lnTo>
                    <a:lnTo>
                      <a:pt x="0" y="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2DD0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 fontScale="55000" lnSpcReduction="20000"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等线" panose="02010600030101010101" charset="-122"/>
                </a:endParaRPr>
              </a:p>
            </p:txBody>
          </p:sp>
          <p:sp>
            <p:nvSpPr>
              <p:cNvPr id="58" name="íṣľíḋé"/>
              <p:cNvSpPr/>
              <p:nvPr/>
            </p:nvSpPr>
            <p:spPr bwMode="auto">
              <a:xfrm>
                <a:off x="3090101" y="5817837"/>
                <a:ext cx="87305" cy="488902"/>
              </a:xfrm>
              <a:custGeom>
                <a:avLst/>
                <a:gdLst>
                  <a:gd name="T0" fmla="*/ 0 w 70"/>
                  <a:gd name="T1" fmla="*/ 0 h 392"/>
                  <a:gd name="T2" fmla="*/ 70 w 70"/>
                  <a:gd name="T3" fmla="*/ 62 h 392"/>
                  <a:gd name="T4" fmla="*/ 70 w 70"/>
                  <a:gd name="T5" fmla="*/ 392 h 392"/>
                  <a:gd name="T6" fmla="*/ 0 w 70"/>
                  <a:gd name="T7" fmla="*/ 331 h 392"/>
                  <a:gd name="T8" fmla="*/ 0 w 70"/>
                  <a:gd name="T9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392">
                    <a:moveTo>
                      <a:pt x="0" y="0"/>
                    </a:moveTo>
                    <a:lnTo>
                      <a:pt x="70" y="62"/>
                    </a:lnTo>
                    <a:lnTo>
                      <a:pt x="70" y="392"/>
                    </a:lnTo>
                    <a:lnTo>
                      <a:pt x="0" y="3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27B8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 fontScale="70000" lnSpcReduction="20000"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等线" panose="02010600030101010101" charset="-122"/>
                </a:endParaRPr>
              </a:p>
            </p:txBody>
          </p:sp>
          <p:sp>
            <p:nvSpPr>
              <p:cNvPr id="59" name="íṡļídê"/>
              <p:cNvSpPr/>
              <p:nvPr userDrawn="1"/>
            </p:nvSpPr>
            <p:spPr bwMode="auto">
              <a:xfrm>
                <a:off x="3177404" y="5892669"/>
                <a:ext cx="431531" cy="414069"/>
              </a:xfrm>
              <a:prstGeom prst="rect">
                <a:avLst/>
              </a:prstGeom>
              <a:solidFill>
                <a:srgbClr val="00219D"/>
              </a:solidFill>
              <a:ln w="0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等线" panose="02010600030101010101" charset="-122"/>
                  </a:rPr>
                  <a:t>1</a:t>
                </a:r>
                <a:endPara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等线" panose="02010600030101010101" charset="-122"/>
                </a:endParaRPr>
              </a:p>
            </p:txBody>
          </p:sp>
        </p:grpSp>
        <p:grpSp>
          <p:nvGrpSpPr>
            <p:cNvPr id="48" name="ï$1ïḋé"/>
            <p:cNvGrpSpPr/>
            <p:nvPr/>
          </p:nvGrpSpPr>
          <p:grpSpPr>
            <a:xfrm>
              <a:off x="15420708" y="3934405"/>
              <a:ext cx="722676" cy="680982"/>
              <a:chOff x="3090102" y="5817841"/>
              <a:chExt cx="518835" cy="488902"/>
            </a:xfrm>
          </p:grpSpPr>
          <p:sp>
            <p:nvSpPr>
              <p:cNvPr id="53" name="ísḷïḑê"/>
              <p:cNvSpPr/>
              <p:nvPr/>
            </p:nvSpPr>
            <p:spPr bwMode="auto">
              <a:xfrm>
                <a:off x="3090103" y="5817845"/>
                <a:ext cx="518834" cy="399104"/>
              </a:xfrm>
              <a:custGeom>
                <a:avLst/>
                <a:gdLst>
                  <a:gd name="T0" fmla="*/ 0 w 418"/>
                  <a:gd name="T1" fmla="*/ 0 h 320"/>
                  <a:gd name="T2" fmla="*/ 348 w 418"/>
                  <a:gd name="T3" fmla="*/ 0 h 320"/>
                  <a:gd name="T4" fmla="*/ 418 w 418"/>
                  <a:gd name="T5" fmla="*/ 62 h 320"/>
                  <a:gd name="T6" fmla="*/ 418 w 418"/>
                  <a:gd name="T7" fmla="*/ 70 h 320"/>
                  <a:gd name="T8" fmla="*/ 0 w 418"/>
                  <a:gd name="T9" fmla="*/ 320 h 320"/>
                  <a:gd name="T10" fmla="*/ 0 w 418"/>
                  <a:gd name="T11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320">
                    <a:moveTo>
                      <a:pt x="0" y="0"/>
                    </a:moveTo>
                    <a:lnTo>
                      <a:pt x="348" y="0"/>
                    </a:lnTo>
                    <a:lnTo>
                      <a:pt x="418" y="62"/>
                    </a:lnTo>
                    <a:lnTo>
                      <a:pt x="418" y="70"/>
                    </a:lnTo>
                    <a:lnTo>
                      <a:pt x="0" y="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2DD0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 fontScale="55000" lnSpcReduction="20000"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等线" panose="02010600030101010101" charset="-122"/>
                </a:endParaRPr>
              </a:p>
            </p:txBody>
          </p:sp>
          <p:sp>
            <p:nvSpPr>
              <p:cNvPr id="54" name="íṣľíḋé"/>
              <p:cNvSpPr/>
              <p:nvPr/>
            </p:nvSpPr>
            <p:spPr bwMode="auto">
              <a:xfrm>
                <a:off x="3090102" y="5817841"/>
                <a:ext cx="87305" cy="488902"/>
              </a:xfrm>
              <a:custGeom>
                <a:avLst/>
                <a:gdLst>
                  <a:gd name="T0" fmla="*/ 0 w 70"/>
                  <a:gd name="T1" fmla="*/ 0 h 392"/>
                  <a:gd name="T2" fmla="*/ 70 w 70"/>
                  <a:gd name="T3" fmla="*/ 62 h 392"/>
                  <a:gd name="T4" fmla="*/ 70 w 70"/>
                  <a:gd name="T5" fmla="*/ 392 h 392"/>
                  <a:gd name="T6" fmla="*/ 0 w 70"/>
                  <a:gd name="T7" fmla="*/ 331 h 392"/>
                  <a:gd name="T8" fmla="*/ 0 w 70"/>
                  <a:gd name="T9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392">
                    <a:moveTo>
                      <a:pt x="0" y="0"/>
                    </a:moveTo>
                    <a:lnTo>
                      <a:pt x="70" y="62"/>
                    </a:lnTo>
                    <a:lnTo>
                      <a:pt x="70" y="392"/>
                    </a:lnTo>
                    <a:lnTo>
                      <a:pt x="0" y="3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27B8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 fontScale="70000" lnSpcReduction="20000"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等线" panose="02010600030101010101" charset="-122"/>
                </a:endParaRPr>
              </a:p>
            </p:txBody>
          </p:sp>
          <p:sp>
            <p:nvSpPr>
              <p:cNvPr id="55" name="íṡļídê"/>
              <p:cNvSpPr/>
              <p:nvPr/>
            </p:nvSpPr>
            <p:spPr bwMode="auto">
              <a:xfrm>
                <a:off x="3177404" y="5892669"/>
                <a:ext cx="431531" cy="414069"/>
              </a:xfrm>
              <a:prstGeom prst="rect">
                <a:avLst/>
              </a:prstGeom>
              <a:solidFill>
                <a:srgbClr val="00219D"/>
              </a:solidFill>
              <a:ln w="0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等线" panose="02010600030101010101" charset="-122"/>
                  </a:rPr>
                  <a:t>3</a:t>
                </a:r>
                <a:endPara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等线" panose="02010600030101010101" charset="-122"/>
                </a:endParaRPr>
              </a:p>
            </p:txBody>
          </p:sp>
        </p:grpSp>
        <p:grpSp>
          <p:nvGrpSpPr>
            <p:cNvPr id="49" name="ïSļïdè"/>
            <p:cNvGrpSpPr/>
            <p:nvPr/>
          </p:nvGrpSpPr>
          <p:grpSpPr>
            <a:xfrm>
              <a:off x="10830932" y="4585065"/>
              <a:ext cx="726149" cy="684456"/>
              <a:chOff x="10382165" y="4581492"/>
              <a:chExt cx="521329" cy="491396"/>
            </a:xfrm>
          </p:grpSpPr>
          <p:sp>
            <p:nvSpPr>
              <p:cNvPr id="50" name="išliḑê"/>
              <p:cNvSpPr/>
              <p:nvPr/>
            </p:nvSpPr>
            <p:spPr bwMode="auto">
              <a:xfrm>
                <a:off x="10382165" y="4581492"/>
                <a:ext cx="521329" cy="401599"/>
              </a:xfrm>
              <a:custGeom>
                <a:avLst/>
                <a:gdLst>
                  <a:gd name="T0" fmla="*/ 0 w 417"/>
                  <a:gd name="T1" fmla="*/ 0 h 322"/>
                  <a:gd name="T2" fmla="*/ 347 w 417"/>
                  <a:gd name="T3" fmla="*/ 0 h 322"/>
                  <a:gd name="T4" fmla="*/ 417 w 417"/>
                  <a:gd name="T5" fmla="*/ 63 h 322"/>
                  <a:gd name="T6" fmla="*/ 417 w 417"/>
                  <a:gd name="T7" fmla="*/ 72 h 322"/>
                  <a:gd name="T8" fmla="*/ 0 w 417"/>
                  <a:gd name="T9" fmla="*/ 322 h 322"/>
                  <a:gd name="T10" fmla="*/ 0 w 417"/>
                  <a:gd name="T11" fmla="*/ 0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7" h="322">
                    <a:moveTo>
                      <a:pt x="0" y="0"/>
                    </a:moveTo>
                    <a:lnTo>
                      <a:pt x="347" y="0"/>
                    </a:lnTo>
                    <a:lnTo>
                      <a:pt x="417" y="63"/>
                    </a:lnTo>
                    <a:lnTo>
                      <a:pt x="417" y="72"/>
                    </a:lnTo>
                    <a:lnTo>
                      <a:pt x="0" y="3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 fontScale="55000" lnSpcReduction="20000"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等线" panose="02010600030101010101" charset="-122"/>
                </a:endParaRPr>
              </a:p>
            </p:txBody>
          </p:sp>
          <p:sp>
            <p:nvSpPr>
              <p:cNvPr id="51" name="ïsľíḋe"/>
              <p:cNvSpPr/>
              <p:nvPr/>
            </p:nvSpPr>
            <p:spPr bwMode="auto">
              <a:xfrm>
                <a:off x="10382165" y="4581492"/>
                <a:ext cx="87305" cy="491396"/>
              </a:xfrm>
              <a:custGeom>
                <a:avLst/>
                <a:gdLst>
                  <a:gd name="T0" fmla="*/ 0 w 70"/>
                  <a:gd name="T1" fmla="*/ 0 h 394"/>
                  <a:gd name="T2" fmla="*/ 70 w 70"/>
                  <a:gd name="T3" fmla="*/ 63 h 394"/>
                  <a:gd name="T4" fmla="*/ 70 w 70"/>
                  <a:gd name="T5" fmla="*/ 394 h 394"/>
                  <a:gd name="T6" fmla="*/ 0 w 70"/>
                  <a:gd name="T7" fmla="*/ 330 h 394"/>
                  <a:gd name="T8" fmla="*/ 0 w 70"/>
                  <a:gd name="T9" fmla="*/ 0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394">
                    <a:moveTo>
                      <a:pt x="0" y="0"/>
                    </a:moveTo>
                    <a:lnTo>
                      <a:pt x="70" y="63"/>
                    </a:lnTo>
                    <a:lnTo>
                      <a:pt x="70" y="394"/>
                    </a:lnTo>
                    <a:lnTo>
                      <a:pt x="0" y="3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 fontScale="70000" lnSpcReduction="20000"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等线" panose="02010600030101010101" charset="-122"/>
                </a:endParaRPr>
              </a:p>
            </p:txBody>
          </p:sp>
          <p:sp>
            <p:nvSpPr>
              <p:cNvPr id="52" name="isḻïḋe"/>
              <p:cNvSpPr/>
              <p:nvPr userDrawn="1"/>
            </p:nvSpPr>
            <p:spPr bwMode="auto">
              <a:xfrm>
                <a:off x="10469468" y="4661311"/>
                <a:ext cx="434025" cy="411576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等线" panose="02010600030101010101" charset="-122"/>
                  </a:rPr>
                  <a:t>2</a:t>
                </a:r>
                <a:endPara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等线" panose="02010600030101010101" charset="-122"/>
                </a:endParaRPr>
              </a:p>
            </p:txBody>
          </p:sp>
        </p:grpSp>
      </p:grpSp>
      <p:sp>
        <p:nvSpPr>
          <p:cNvPr id="25" name="标题文本"/>
          <p:cNvSpPr txBox="1">
            <a:spLocks noGrp="1"/>
          </p:cNvSpPr>
          <p:nvPr userDrawn="1"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6" name="矩形 2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 userDrawn="1"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8" name="文本占位符 4"/>
          <p:cNvSpPr>
            <a:spLocks noGrp="1"/>
          </p:cNvSpPr>
          <p:nvPr userDrawn="1">
            <p:ph type="body" sz="quarter" idx="37"/>
          </p:nvPr>
        </p:nvSpPr>
        <p:spPr>
          <a:xfrm>
            <a:off x="3042632" y="2906035"/>
            <a:ext cx="2394064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9" name="文本占位符 4"/>
          <p:cNvSpPr>
            <a:spLocks noGrp="1"/>
          </p:cNvSpPr>
          <p:nvPr userDrawn="1">
            <p:ph type="body" sz="quarter" idx="38"/>
          </p:nvPr>
        </p:nvSpPr>
        <p:spPr>
          <a:xfrm>
            <a:off x="3042632" y="3262888"/>
            <a:ext cx="2394064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0" name="文本占位符 4"/>
          <p:cNvSpPr>
            <a:spLocks noGrp="1"/>
          </p:cNvSpPr>
          <p:nvPr userDrawn="1">
            <p:ph type="body" sz="quarter" idx="39"/>
          </p:nvPr>
        </p:nvSpPr>
        <p:spPr>
          <a:xfrm>
            <a:off x="446137" y="3187162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" name="文本占位符 4"/>
          <p:cNvSpPr>
            <a:spLocks noGrp="1"/>
          </p:cNvSpPr>
          <p:nvPr userDrawn="1">
            <p:ph type="body" sz="quarter" idx="40"/>
          </p:nvPr>
        </p:nvSpPr>
        <p:spPr>
          <a:xfrm>
            <a:off x="446137" y="3544015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 userDrawn="1">
            <p:ph type="body" sz="quarter" idx="41"/>
          </p:nvPr>
        </p:nvSpPr>
        <p:spPr>
          <a:xfrm>
            <a:off x="5436696" y="2550480"/>
            <a:ext cx="2384247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 userDrawn="1">
            <p:ph type="body" sz="quarter" idx="42"/>
          </p:nvPr>
        </p:nvSpPr>
        <p:spPr>
          <a:xfrm>
            <a:off x="5436696" y="2907333"/>
            <a:ext cx="2384247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0" name="文本占位符 4"/>
          <p:cNvSpPr>
            <a:spLocks noGrp="1"/>
          </p:cNvSpPr>
          <p:nvPr userDrawn="1">
            <p:ph type="body" sz="quarter" idx="43"/>
          </p:nvPr>
        </p:nvSpPr>
        <p:spPr>
          <a:xfrm>
            <a:off x="7820943" y="2312185"/>
            <a:ext cx="2240656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7" name="文本占位符 4"/>
          <p:cNvSpPr>
            <a:spLocks noGrp="1"/>
          </p:cNvSpPr>
          <p:nvPr userDrawn="1">
            <p:ph type="body" sz="quarter" idx="44"/>
          </p:nvPr>
        </p:nvSpPr>
        <p:spPr>
          <a:xfrm>
            <a:off x="7820943" y="2669038"/>
            <a:ext cx="2240656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流程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/>
          <p:cNvGrpSpPr/>
          <p:nvPr userDrawn="1"/>
        </p:nvGrpSpPr>
        <p:grpSpPr>
          <a:xfrm>
            <a:off x="856654" y="1407830"/>
            <a:ext cx="10471164" cy="4243540"/>
            <a:chOff x="6855464" y="1003840"/>
            <a:chExt cx="12754975" cy="5169076"/>
          </a:xfrm>
        </p:grpSpPr>
        <p:cxnSp>
          <p:nvCxnSpPr>
            <p:cNvPr id="55" name="直接箭头连接符 57"/>
            <p:cNvCxnSpPr/>
            <p:nvPr/>
          </p:nvCxnSpPr>
          <p:spPr>
            <a:xfrm>
              <a:off x="6855464" y="6073930"/>
              <a:ext cx="12745449" cy="0"/>
            </a:xfrm>
            <a:prstGeom prst="straightConnector1">
              <a:avLst/>
            </a:prstGeom>
            <a:ln>
              <a:solidFill>
                <a:schemeClr val="bg1">
                  <a:alpha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组合 56"/>
            <p:cNvGrpSpPr/>
            <p:nvPr/>
          </p:nvGrpSpPr>
          <p:grpSpPr>
            <a:xfrm>
              <a:off x="6855464" y="1003840"/>
              <a:ext cx="12754975" cy="5169076"/>
              <a:chOff x="5052453" y="566934"/>
              <a:chExt cx="14530947" cy="5888806"/>
            </a:xfrm>
          </p:grpSpPr>
          <p:cxnSp>
            <p:nvCxnSpPr>
              <p:cNvPr id="58" name="Straight Connector 2"/>
              <p:cNvCxnSpPr/>
              <p:nvPr/>
            </p:nvCxnSpPr>
            <p:spPr bwMode="auto">
              <a:xfrm>
                <a:off x="6391168" y="6342972"/>
                <a:ext cx="11881367" cy="0"/>
              </a:xfrm>
              <a:prstGeom prst="line">
                <a:avLst/>
              </a:prstGeom>
              <a:solidFill>
                <a:schemeClr val="accent1"/>
              </a:solidFill>
              <a:ln w="57150" cap="flat" cmpd="sng" algn="ctr">
                <a:solidFill>
                  <a:srgbClr val="ADAAB0"/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59" name="Oval 3"/>
              <p:cNvSpPr>
                <a:spLocks noChangeArrowheads="1"/>
              </p:cNvSpPr>
              <p:nvPr/>
            </p:nvSpPr>
            <p:spPr bwMode="auto">
              <a:xfrm>
                <a:off x="6288611" y="6242148"/>
                <a:ext cx="213592" cy="213592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ADAAB0"/>
                </a:solidFill>
                <a:miter lim="400000"/>
              </a:ln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 useBgFill="1">
            <p:nvSpPr>
              <p:cNvPr id="61" name="Rounded Rectangle 54"/>
              <p:cNvSpPr>
                <a:spLocks noChangeArrowheads="1"/>
              </p:cNvSpPr>
              <p:nvPr/>
            </p:nvSpPr>
            <p:spPr bwMode="auto">
              <a:xfrm>
                <a:off x="5052453" y="566934"/>
                <a:ext cx="2653528" cy="5037722"/>
              </a:xfrm>
              <a:prstGeom prst="roundRect">
                <a:avLst>
                  <a:gd name="adj" fmla="val 1773"/>
                </a:avLst>
              </a:prstGeom>
              <a:ln w="15875">
                <a:solidFill>
                  <a:srgbClr val="BBBBBB"/>
                </a:solidFill>
                <a:round/>
              </a:ln>
            </p:spPr>
            <p:txBody>
              <a:bodyPr lIns="0" tIns="0" rIns="0" bIns="0" anchor="ctr">
                <a:noAutofit/>
              </a:bodyPr>
              <a:lstStyle>
                <a:lvl1pPr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/>
                  <a:sym typeface="Helvetica Neue"/>
                </a:endParaRPr>
              </a:p>
            </p:txBody>
          </p:sp>
          <p:sp>
            <p:nvSpPr>
              <p:cNvPr id="62" name="Oval 102"/>
              <p:cNvSpPr>
                <a:spLocks noChangeArrowheads="1"/>
              </p:cNvSpPr>
              <p:nvPr/>
            </p:nvSpPr>
            <p:spPr bwMode="auto">
              <a:xfrm>
                <a:off x="6283140" y="5497860"/>
                <a:ext cx="213592" cy="213592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ADAAB0"/>
                </a:solidFill>
                <a:miter lim="400000"/>
              </a:ln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63" name="Straight Connector 103"/>
              <p:cNvCxnSpPr/>
              <p:nvPr/>
            </p:nvCxnSpPr>
            <p:spPr bwMode="auto">
              <a:xfrm flipV="1">
                <a:off x="6395567" y="5731528"/>
                <a:ext cx="0" cy="43438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ADAAB0"/>
                </a:solidFill>
                <a:prstDash val="dash"/>
                <a:miter lim="4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64" name="Rectangle 7"/>
              <p:cNvSpPr>
                <a:spLocks noChangeArrowheads="1"/>
              </p:cNvSpPr>
              <p:nvPr/>
            </p:nvSpPr>
            <p:spPr bwMode="auto">
              <a:xfrm>
                <a:off x="5065791" y="895912"/>
                <a:ext cx="2629339" cy="997679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119"/>
              <p:cNvSpPr>
                <a:spLocks noChangeArrowheads="1"/>
              </p:cNvSpPr>
              <p:nvPr/>
            </p:nvSpPr>
            <p:spPr bwMode="auto">
              <a:xfrm>
                <a:off x="9257965" y="6242148"/>
                <a:ext cx="213592" cy="213592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ADAAB0"/>
                </a:solidFill>
                <a:miter lim="400000"/>
              </a:ln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 useBgFill="1">
            <p:nvSpPr>
              <p:cNvPr id="68" name="Rounded Rectangle 54"/>
              <p:cNvSpPr>
                <a:spLocks noChangeArrowheads="1"/>
              </p:cNvSpPr>
              <p:nvPr/>
            </p:nvSpPr>
            <p:spPr bwMode="auto">
              <a:xfrm>
                <a:off x="8021808" y="566934"/>
                <a:ext cx="2653528" cy="5037722"/>
              </a:xfrm>
              <a:prstGeom prst="roundRect">
                <a:avLst>
                  <a:gd name="adj" fmla="val 1773"/>
                </a:avLst>
              </a:prstGeom>
              <a:ln w="15875">
                <a:solidFill>
                  <a:srgbClr val="BBBBBB"/>
                </a:solidFill>
                <a:round/>
              </a:ln>
            </p:spPr>
            <p:txBody>
              <a:bodyPr lIns="0" tIns="0" rIns="0" bIns="0" anchor="ctr">
                <a:noAutofit/>
              </a:bodyPr>
              <a:lstStyle>
                <a:lvl1pPr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/>
                  <a:sym typeface="Helvetica Neue"/>
                </a:endParaRPr>
              </a:p>
            </p:txBody>
          </p:sp>
          <p:sp>
            <p:nvSpPr>
              <p:cNvPr id="69" name="Oval 122"/>
              <p:cNvSpPr>
                <a:spLocks noChangeArrowheads="1"/>
              </p:cNvSpPr>
              <p:nvPr/>
            </p:nvSpPr>
            <p:spPr bwMode="auto">
              <a:xfrm>
                <a:off x="9252495" y="5497859"/>
                <a:ext cx="213592" cy="213592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ADAAB0"/>
                </a:solidFill>
                <a:miter lim="400000"/>
              </a:ln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0" name="Straight Connector 123"/>
              <p:cNvCxnSpPr/>
              <p:nvPr/>
            </p:nvCxnSpPr>
            <p:spPr bwMode="auto">
              <a:xfrm flipV="1">
                <a:off x="9364808" y="5731528"/>
                <a:ext cx="0" cy="43438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ADAAB0"/>
                </a:solidFill>
                <a:prstDash val="dash"/>
                <a:miter lim="4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71" name="Rectangle 124"/>
              <p:cNvSpPr>
                <a:spLocks noChangeArrowheads="1"/>
              </p:cNvSpPr>
              <p:nvPr/>
            </p:nvSpPr>
            <p:spPr bwMode="auto">
              <a:xfrm>
                <a:off x="8035146" y="895912"/>
                <a:ext cx="2629339" cy="997679"/>
              </a:xfrm>
              <a:prstGeom prst="rect">
                <a:avLst/>
              </a:prstGeom>
              <a:solidFill>
                <a:srgbClr val="0E0E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Oval 128"/>
              <p:cNvSpPr>
                <a:spLocks noChangeArrowheads="1"/>
              </p:cNvSpPr>
              <p:nvPr/>
            </p:nvSpPr>
            <p:spPr bwMode="auto">
              <a:xfrm>
                <a:off x="12227320" y="6242148"/>
                <a:ext cx="213592" cy="213592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ADAAB0"/>
                </a:solidFill>
                <a:miter lim="400000"/>
              </a:ln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 useBgFill="1">
            <p:nvSpPr>
              <p:cNvPr id="74" name="Rounded Rectangle 54"/>
              <p:cNvSpPr>
                <a:spLocks noChangeArrowheads="1"/>
              </p:cNvSpPr>
              <p:nvPr/>
            </p:nvSpPr>
            <p:spPr bwMode="auto">
              <a:xfrm>
                <a:off x="10991163" y="566934"/>
                <a:ext cx="2653528" cy="5037722"/>
              </a:xfrm>
              <a:prstGeom prst="roundRect">
                <a:avLst>
                  <a:gd name="adj" fmla="val 1773"/>
                </a:avLst>
              </a:prstGeom>
              <a:ln w="15875">
                <a:solidFill>
                  <a:srgbClr val="BBBBBB"/>
                </a:solidFill>
                <a:round/>
              </a:ln>
            </p:spPr>
            <p:txBody>
              <a:bodyPr lIns="0" tIns="0" rIns="0" bIns="0" anchor="ctr">
                <a:noAutofit/>
              </a:bodyPr>
              <a:lstStyle>
                <a:lvl1pPr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/>
                  <a:sym typeface="Helvetica Neue"/>
                </a:endParaRPr>
              </a:p>
            </p:txBody>
          </p:sp>
          <p:sp>
            <p:nvSpPr>
              <p:cNvPr id="75" name="Oval 131"/>
              <p:cNvSpPr>
                <a:spLocks noChangeArrowheads="1"/>
              </p:cNvSpPr>
              <p:nvPr/>
            </p:nvSpPr>
            <p:spPr bwMode="auto">
              <a:xfrm>
                <a:off x="12221850" y="5497859"/>
                <a:ext cx="213592" cy="213592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ADAAB0"/>
                </a:solidFill>
                <a:miter lim="400000"/>
              </a:ln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6" name="Straight Connector 132"/>
              <p:cNvCxnSpPr/>
              <p:nvPr/>
            </p:nvCxnSpPr>
            <p:spPr bwMode="auto">
              <a:xfrm flipV="1">
                <a:off x="12334051" y="5731528"/>
                <a:ext cx="0" cy="43438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ADAAB0"/>
                </a:solidFill>
                <a:prstDash val="dash"/>
                <a:miter lim="4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77" name="Rectangle 133"/>
              <p:cNvSpPr>
                <a:spLocks noChangeArrowheads="1"/>
              </p:cNvSpPr>
              <p:nvPr/>
            </p:nvSpPr>
            <p:spPr bwMode="auto">
              <a:xfrm>
                <a:off x="11004501" y="895912"/>
                <a:ext cx="2629339" cy="997679"/>
              </a:xfrm>
              <a:prstGeom prst="rect">
                <a:avLst/>
              </a:prstGeom>
              <a:solidFill>
                <a:srgbClr val="0021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Oval 137"/>
              <p:cNvSpPr>
                <a:spLocks noChangeArrowheads="1"/>
              </p:cNvSpPr>
              <p:nvPr/>
            </p:nvSpPr>
            <p:spPr bwMode="auto">
              <a:xfrm>
                <a:off x="15196675" y="6242148"/>
                <a:ext cx="213592" cy="213592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ADAAB0"/>
                </a:solidFill>
                <a:miter lim="400000"/>
              </a:ln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 useBgFill="1">
            <p:nvSpPr>
              <p:cNvPr id="120" name="Rounded Rectangle 54"/>
              <p:cNvSpPr>
                <a:spLocks noChangeArrowheads="1"/>
              </p:cNvSpPr>
              <p:nvPr/>
            </p:nvSpPr>
            <p:spPr bwMode="auto">
              <a:xfrm>
                <a:off x="13960518" y="566934"/>
                <a:ext cx="2653528" cy="5037722"/>
              </a:xfrm>
              <a:prstGeom prst="roundRect">
                <a:avLst>
                  <a:gd name="adj" fmla="val 1773"/>
                </a:avLst>
              </a:prstGeom>
              <a:ln w="15875">
                <a:solidFill>
                  <a:srgbClr val="BBBBBB"/>
                </a:solidFill>
                <a:round/>
              </a:ln>
            </p:spPr>
            <p:txBody>
              <a:bodyPr lIns="0" tIns="0" rIns="0" bIns="0" anchor="ctr">
                <a:noAutofit/>
              </a:bodyPr>
              <a:lstStyle>
                <a:lvl1pPr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/>
                  <a:sym typeface="Helvetica Neue"/>
                </a:endParaRPr>
              </a:p>
            </p:txBody>
          </p:sp>
          <p:sp>
            <p:nvSpPr>
              <p:cNvPr id="121" name="Oval 141"/>
              <p:cNvSpPr>
                <a:spLocks noChangeArrowheads="1"/>
              </p:cNvSpPr>
              <p:nvPr/>
            </p:nvSpPr>
            <p:spPr bwMode="auto">
              <a:xfrm>
                <a:off x="15191204" y="5497859"/>
                <a:ext cx="213592" cy="213592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ADAAB0"/>
                </a:solidFill>
                <a:miter lim="400000"/>
              </a:ln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22" name="Straight Connector 142"/>
              <p:cNvCxnSpPr/>
              <p:nvPr/>
            </p:nvCxnSpPr>
            <p:spPr bwMode="auto">
              <a:xfrm flipV="1">
                <a:off x="15303293" y="5731528"/>
                <a:ext cx="0" cy="43438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ADAAB0"/>
                </a:solidFill>
                <a:prstDash val="dash"/>
                <a:miter lim="4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123" name="Rectangle 145"/>
              <p:cNvSpPr>
                <a:spLocks noChangeArrowheads="1"/>
              </p:cNvSpPr>
              <p:nvPr/>
            </p:nvSpPr>
            <p:spPr bwMode="auto">
              <a:xfrm>
                <a:off x="13973856" y="895912"/>
                <a:ext cx="2629339" cy="997679"/>
              </a:xfrm>
              <a:prstGeom prst="rect">
                <a:avLst/>
              </a:prstGeom>
              <a:solidFill>
                <a:srgbClr val="3171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Oval 154"/>
              <p:cNvSpPr>
                <a:spLocks noChangeArrowheads="1"/>
              </p:cNvSpPr>
              <p:nvPr/>
            </p:nvSpPr>
            <p:spPr bwMode="auto">
              <a:xfrm>
                <a:off x="18166029" y="6242148"/>
                <a:ext cx="213592" cy="213592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ADAAB0"/>
                </a:solidFill>
                <a:miter lim="400000"/>
              </a:ln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 useBgFill="1">
            <p:nvSpPr>
              <p:cNvPr id="126" name="Rounded Rectangle 54"/>
              <p:cNvSpPr>
                <a:spLocks noChangeArrowheads="1"/>
              </p:cNvSpPr>
              <p:nvPr/>
            </p:nvSpPr>
            <p:spPr bwMode="auto">
              <a:xfrm>
                <a:off x="16929872" y="566934"/>
                <a:ext cx="2653528" cy="5037722"/>
              </a:xfrm>
              <a:prstGeom prst="roundRect">
                <a:avLst>
                  <a:gd name="adj" fmla="val 1773"/>
                </a:avLst>
              </a:prstGeom>
              <a:ln w="15875">
                <a:solidFill>
                  <a:srgbClr val="BBBBBB"/>
                </a:solidFill>
                <a:round/>
              </a:ln>
            </p:spPr>
            <p:txBody>
              <a:bodyPr lIns="0" tIns="0" rIns="0" bIns="0" anchor="ctr">
                <a:noAutofit/>
              </a:bodyPr>
              <a:lstStyle>
                <a:lvl1pPr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/>
                    <a:cs typeface="Helvetica Neue"/>
                    <a:sym typeface="Arial" panose="020B0604020202020204" pitchFamily="34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/>
                  <a:sym typeface="Helvetica Neue"/>
                </a:endParaRPr>
              </a:p>
            </p:txBody>
          </p:sp>
          <p:sp>
            <p:nvSpPr>
              <p:cNvPr id="127" name="Oval 159"/>
              <p:cNvSpPr>
                <a:spLocks noChangeArrowheads="1"/>
              </p:cNvSpPr>
              <p:nvPr/>
            </p:nvSpPr>
            <p:spPr bwMode="auto">
              <a:xfrm>
                <a:off x="18160558" y="5497859"/>
                <a:ext cx="213592" cy="213592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ADAAB0"/>
                </a:solidFill>
                <a:miter lim="400000"/>
              </a:ln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28" name="Straight Connector 160"/>
              <p:cNvCxnSpPr/>
              <p:nvPr/>
            </p:nvCxnSpPr>
            <p:spPr bwMode="auto">
              <a:xfrm flipV="1">
                <a:off x="18272535" y="5731528"/>
                <a:ext cx="0" cy="43438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ADAAB0"/>
                </a:solidFill>
                <a:prstDash val="dash"/>
                <a:miter lim="4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129" name="Rectangle 161"/>
              <p:cNvSpPr>
                <a:spLocks noChangeArrowheads="1"/>
              </p:cNvSpPr>
              <p:nvPr/>
            </p:nvSpPr>
            <p:spPr bwMode="auto">
              <a:xfrm>
                <a:off x="16943210" y="895912"/>
                <a:ext cx="2629339" cy="997679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5" name="标题文本"/>
          <p:cNvSpPr txBox="1">
            <a:spLocks noGrp="1"/>
          </p:cNvSpPr>
          <p:nvPr userDrawn="1"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6" name="矩形 2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 userDrawn="1"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30" name="文本占位符 4"/>
          <p:cNvSpPr>
            <a:spLocks noGrp="1"/>
          </p:cNvSpPr>
          <p:nvPr userDrawn="1">
            <p:ph type="body" sz="quarter" idx="39"/>
          </p:nvPr>
        </p:nvSpPr>
        <p:spPr>
          <a:xfrm>
            <a:off x="872002" y="1822277"/>
            <a:ext cx="1888995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" name="文本占位符 4"/>
          <p:cNvSpPr>
            <a:spLocks noGrp="1"/>
          </p:cNvSpPr>
          <p:nvPr userDrawn="1">
            <p:ph type="body" sz="quarter" idx="40"/>
          </p:nvPr>
        </p:nvSpPr>
        <p:spPr>
          <a:xfrm>
            <a:off x="872002" y="2596508"/>
            <a:ext cx="1888995" cy="2350136"/>
          </a:xfrm>
          <a:prstGeom prst="rect">
            <a:avLst/>
          </a:prstGeom>
        </p:spPr>
        <p:txBody>
          <a:bodyPr anchor="t"/>
          <a:lstStyle>
            <a:lvl1pPr marL="171450" indent="-171450" algn="l">
              <a:lnSpc>
                <a:spcPct val="80000"/>
              </a:lnSpc>
              <a:buClr>
                <a:schemeClr val="bg1"/>
              </a:buClr>
              <a:buFont typeface="Wingdings" panose="05000000000000000000" pitchFamily="2" charset="2"/>
              <a:buChar char="u"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17" name="文本占位符 4"/>
          <p:cNvSpPr>
            <a:spLocks noGrp="1"/>
          </p:cNvSpPr>
          <p:nvPr>
            <p:ph type="body" sz="quarter" idx="45"/>
          </p:nvPr>
        </p:nvSpPr>
        <p:spPr>
          <a:xfrm>
            <a:off x="866267" y="5699393"/>
            <a:ext cx="1894730" cy="34469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34" name="文本占位符 4"/>
          <p:cNvSpPr>
            <a:spLocks noGrp="1"/>
          </p:cNvSpPr>
          <p:nvPr>
            <p:ph type="body" sz="quarter" idx="46"/>
          </p:nvPr>
        </p:nvSpPr>
        <p:spPr>
          <a:xfrm>
            <a:off x="3010753" y="5699393"/>
            <a:ext cx="1894730" cy="34469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00E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35" name="文本占位符 4"/>
          <p:cNvSpPr>
            <a:spLocks noGrp="1"/>
          </p:cNvSpPr>
          <p:nvPr>
            <p:ph type="body" sz="quarter" idx="47"/>
          </p:nvPr>
        </p:nvSpPr>
        <p:spPr>
          <a:xfrm>
            <a:off x="5166124" y="5699393"/>
            <a:ext cx="1894730" cy="34469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36" name="文本占位符 4"/>
          <p:cNvSpPr>
            <a:spLocks noGrp="1"/>
          </p:cNvSpPr>
          <p:nvPr>
            <p:ph type="body" sz="quarter" idx="48"/>
          </p:nvPr>
        </p:nvSpPr>
        <p:spPr>
          <a:xfrm>
            <a:off x="7310610" y="5699393"/>
            <a:ext cx="1894730" cy="34469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37" name="文本占位符 4"/>
          <p:cNvSpPr>
            <a:spLocks noGrp="1"/>
          </p:cNvSpPr>
          <p:nvPr>
            <p:ph type="body" sz="quarter" idx="49"/>
          </p:nvPr>
        </p:nvSpPr>
        <p:spPr>
          <a:xfrm>
            <a:off x="9455097" y="5699393"/>
            <a:ext cx="1894730" cy="34469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70C0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38" name="文本占位符 4"/>
          <p:cNvSpPr>
            <a:spLocks noGrp="1"/>
          </p:cNvSpPr>
          <p:nvPr>
            <p:ph type="body" sz="quarter" idx="50"/>
          </p:nvPr>
        </p:nvSpPr>
        <p:spPr>
          <a:xfrm>
            <a:off x="3005602" y="1822277"/>
            <a:ext cx="1888995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39" name="文本占位符 4"/>
          <p:cNvSpPr>
            <a:spLocks noGrp="1"/>
          </p:cNvSpPr>
          <p:nvPr>
            <p:ph type="body" sz="quarter" idx="51"/>
          </p:nvPr>
        </p:nvSpPr>
        <p:spPr>
          <a:xfrm>
            <a:off x="3005602" y="2596508"/>
            <a:ext cx="1888995" cy="2350136"/>
          </a:xfrm>
          <a:prstGeom prst="rect">
            <a:avLst/>
          </a:prstGeom>
        </p:spPr>
        <p:txBody>
          <a:bodyPr anchor="t"/>
          <a:lstStyle>
            <a:lvl1pPr marL="171450" indent="-171450" algn="l">
              <a:lnSpc>
                <a:spcPct val="80000"/>
              </a:lnSpc>
              <a:buClr>
                <a:schemeClr val="bg1"/>
              </a:buClr>
              <a:buFont typeface="Wingdings" panose="05000000000000000000" pitchFamily="2" charset="2"/>
              <a:buChar char="u"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0" name="文本占位符 4"/>
          <p:cNvSpPr>
            <a:spLocks noGrp="1"/>
          </p:cNvSpPr>
          <p:nvPr>
            <p:ph type="body" sz="quarter" idx="52"/>
          </p:nvPr>
        </p:nvSpPr>
        <p:spPr>
          <a:xfrm>
            <a:off x="5139202" y="1822277"/>
            <a:ext cx="1888995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1" name="文本占位符 4"/>
          <p:cNvSpPr>
            <a:spLocks noGrp="1"/>
          </p:cNvSpPr>
          <p:nvPr>
            <p:ph type="body" sz="quarter" idx="53"/>
          </p:nvPr>
        </p:nvSpPr>
        <p:spPr>
          <a:xfrm>
            <a:off x="5139202" y="2596508"/>
            <a:ext cx="1888995" cy="2350136"/>
          </a:xfrm>
          <a:prstGeom prst="rect">
            <a:avLst/>
          </a:prstGeom>
        </p:spPr>
        <p:txBody>
          <a:bodyPr anchor="t"/>
          <a:lstStyle>
            <a:lvl1pPr marL="171450" indent="-171450" algn="l">
              <a:lnSpc>
                <a:spcPct val="80000"/>
              </a:lnSpc>
              <a:buClr>
                <a:schemeClr val="bg1"/>
              </a:buClr>
              <a:buFont typeface="Wingdings" panose="05000000000000000000" pitchFamily="2" charset="2"/>
              <a:buChar char="u"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2" name="文本占位符 4"/>
          <p:cNvSpPr>
            <a:spLocks noGrp="1"/>
          </p:cNvSpPr>
          <p:nvPr>
            <p:ph type="body" sz="quarter" idx="54"/>
          </p:nvPr>
        </p:nvSpPr>
        <p:spPr>
          <a:xfrm>
            <a:off x="7283687" y="1822277"/>
            <a:ext cx="1888995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3" name="文本占位符 4"/>
          <p:cNvSpPr>
            <a:spLocks noGrp="1"/>
          </p:cNvSpPr>
          <p:nvPr>
            <p:ph type="body" sz="quarter" idx="55"/>
          </p:nvPr>
        </p:nvSpPr>
        <p:spPr>
          <a:xfrm>
            <a:off x="7283687" y="2596508"/>
            <a:ext cx="1888995" cy="2350136"/>
          </a:xfrm>
          <a:prstGeom prst="rect">
            <a:avLst/>
          </a:prstGeom>
        </p:spPr>
        <p:txBody>
          <a:bodyPr anchor="t"/>
          <a:lstStyle>
            <a:lvl1pPr marL="171450" indent="-171450" algn="l">
              <a:lnSpc>
                <a:spcPct val="80000"/>
              </a:lnSpc>
              <a:buClr>
                <a:schemeClr val="bg1"/>
              </a:buClr>
              <a:buFont typeface="Wingdings" panose="05000000000000000000" pitchFamily="2" charset="2"/>
              <a:buChar char="u"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4" name="文本占位符 4"/>
          <p:cNvSpPr>
            <a:spLocks noGrp="1"/>
          </p:cNvSpPr>
          <p:nvPr>
            <p:ph type="body" sz="quarter" idx="56"/>
          </p:nvPr>
        </p:nvSpPr>
        <p:spPr>
          <a:xfrm>
            <a:off x="9428173" y="1822277"/>
            <a:ext cx="1888995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5" name="文本占位符 4"/>
          <p:cNvSpPr>
            <a:spLocks noGrp="1"/>
          </p:cNvSpPr>
          <p:nvPr>
            <p:ph type="body" sz="quarter" idx="57"/>
          </p:nvPr>
        </p:nvSpPr>
        <p:spPr>
          <a:xfrm>
            <a:off x="9428173" y="2596508"/>
            <a:ext cx="1888995" cy="2350136"/>
          </a:xfrm>
          <a:prstGeom prst="rect">
            <a:avLst/>
          </a:prstGeom>
        </p:spPr>
        <p:txBody>
          <a:bodyPr anchor="t"/>
          <a:lstStyle>
            <a:lvl1pPr marL="171450" indent="-171450" algn="l">
              <a:lnSpc>
                <a:spcPct val="80000"/>
              </a:lnSpc>
              <a:buClr>
                <a:schemeClr val="bg1"/>
              </a:buClr>
              <a:buFont typeface="Wingdings" panose="05000000000000000000" pitchFamily="2" charset="2"/>
              <a:buChar char="u"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pic>
        <p:nvPicPr>
          <p:cNvPr id="50" name="图片 4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50934" y="6319335"/>
            <a:ext cx="679021" cy="17955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流程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/>
          <p:cNvGrpSpPr/>
          <p:nvPr userDrawn="1"/>
        </p:nvGrpSpPr>
        <p:grpSpPr>
          <a:xfrm>
            <a:off x="3216213" y="1712545"/>
            <a:ext cx="5748461" cy="4409610"/>
            <a:chOff x="7512191" y="4257675"/>
            <a:chExt cx="8927815" cy="6848475"/>
          </a:xfrm>
        </p:grpSpPr>
        <p:sp>
          <p:nvSpPr>
            <p:cNvPr id="55" name="Oval 1"/>
            <p:cNvSpPr>
              <a:spLocks noChangeArrowheads="1"/>
            </p:cNvSpPr>
            <p:nvPr/>
          </p:nvSpPr>
          <p:spPr bwMode="auto">
            <a:xfrm>
              <a:off x="10298165" y="5954713"/>
              <a:ext cx="3359043" cy="3359150"/>
            </a:xfrm>
            <a:prstGeom prst="ellipse">
              <a:avLst/>
            </a:prstGeom>
            <a:solidFill>
              <a:srgbClr val="002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auto">
            <a:xfrm>
              <a:off x="8601181" y="4257675"/>
              <a:ext cx="6749835" cy="6750050"/>
            </a:xfrm>
            <a:prstGeom prst="ellipse">
              <a:avLst/>
            </a:prstGeom>
            <a:noFill/>
            <a:ln w="88900">
              <a:solidFill>
                <a:srgbClr val="3271F5"/>
              </a:solidFill>
              <a:miter lim="4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auto">
            <a:xfrm>
              <a:off x="13592122" y="4259263"/>
              <a:ext cx="1839854" cy="1839912"/>
            </a:xfrm>
            <a:prstGeom prst="ellipse">
              <a:avLst/>
            </a:prstGeom>
            <a:solidFill>
              <a:srgbClr val="E9E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Oval 41"/>
            <p:cNvSpPr>
              <a:spLocks noChangeArrowheads="1"/>
            </p:cNvSpPr>
            <p:nvPr/>
          </p:nvSpPr>
          <p:spPr bwMode="auto">
            <a:xfrm>
              <a:off x="8583720" y="4259263"/>
              <a:ext cx="1839853" cy="1839912"/>
            </a:xfrm>
            <a:prstGeom prst="ellipse">
              <a:avLst/>
            </a:prstGeom>
            <a:solidFill>
              <a:srgbClr val="E9E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Oval 44"/>
            <p:cNvSpPr>
              <a:spLocks noChangeArrowheads="1"/>
            </p:cNvSpPr>
            <p:nvPr userDrawn="1"/>
          </p:nvSpPr>
          <p:spPr bwMode="auto">
            <a:xfrm>
              <a:off x="13596885" y="9266238"/>
              <a:ext cx="1839853" cy="1839912"/>
            </a:xfrm>
            <a:prstGeom prst="ellipse">
              <a:avLst/>
            </a:prstGeom>
            <a:solidFill>
              <a:srgbClr val="E9E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Oval 47"/>
            <p:cNvSpPr>
              <a:spLocks noChangeArrowheads="1"/>
            </p:cNvSpPr>
            <p:nvPr/>
          </p:nvSpPr>
          <p:spPr bwMode="auto">
            <a:xfrm>
              <a:off x="8601181" y="9263063"/>
              <a:ext cx="1839854" cy="1838325"/>
            </a:xfrm>
            <a:prstGeom prst="ellipse">
              <a:avLst/>
            </a:prstGeom>
            <a:solidFill>
              <a:srgbClr val="E9E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Right Arrow 4"/>
            <p:cNvSpPr>
              <a:spLocks noChangeArrowheads="1"/>
            </p:cNvSpPr>
            <p:nvPr/>
          </p:nvSpPr>
          <p:spPr bwMode="auto">
            <a:xfrm rot="2700000">
              <a:off x="13137306" y="8898743"/>
              <a:ext cx="722313" cy="704828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Right Arrow 50"/>
            <p:cNvSpPr>
              <a:spLocks noChangeArrowheads="1"/>
            </p:cNvSpPr>
            <p:nvPr/>
          </p:nvSpPr>
          <p:spPr bwMode="auto">
            <a:xfrm rot="18900000">
              <a:off x="13104776" y="5729288"/>
              <a:ext cx="722289" cy="704850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Right Arrow 51"/>
            <p:cNvSpPr>
              <a:spLocks noChangeArrowheads="1"/>
            </p:cNvSpPr>
            <p:nvPr/>
          </p:nvSpPr>
          <p:spPr bwMode="auto">
            <a:xfrm rot="8100000">
              <a:off x="10153707" y="8899525"/>
              <a:ext cx="722290" cy="704850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Right Arrow 52"/>
            <p:cNvSpPr>
              <a:spLocks noChangeArrowheads="1"/>
            </p:cNvSpPr>
            <p:nvPr/>
          </p:nvSpPr>
          <p:spPr bwMode="auto">
            <a:xfrm rot="13500000">
              <a:off x="10090991" y="5728505"/>
              <a:ext cx="722312" cy="704828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Oval 55"/>
            <p:cNvSpPr>
              <a:spLocks noChangeArrowheads="1"/>
            </p:cNvSpPr>
            <p:nvPr/>
          </p:nvSpPr>
          <p:spPr bwMode="auto">
            <a:xfrm>
              <a:off x="14600153" y="6762750"/>
              <a:ext cx="1839853" cy="1839913"/>
            </a:xfrm>
            <a:prstGeom prst="ellipse">
              <a:avLst/>
            </a:prstGeom>
            <a:solidFill>
              <a:srgbClr val="E9E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Oval 58"/>
            <p:cNvSpPr>
              <a:spLocks noChangeArrowheads="1"/>
            </p:cNvSpPr>
            <p:nvPr/>
          </p:nvSpPr>
          <p:spPr bwMode="auto">
            <a:xfrm>
              <a:off x="7512191" y="6762750"/>
              <a:ext cx="1838266" cy="1839913"/>
            </a:xfrm>
            <a:prstGeom prst="ellipse">
              <a:avLst/>
            </a:prstGeom>
            <a:solidFill>
              <a:srgbClr val="E9E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Right Arrow 63"/>
            <p:cNvSpPr>
              <a:spLocks noChangeArrowheads="1"/>
            </p:cNvSpPr>
            <p:nvPr/>
          </p:nvSpPr>
          <p:spPr bwMode="auto">
            <a:xfrm>
              <a:off x="13741342" y="7329488"/>
              <a:ext cx="723877" cy="704850"/>
            </a:xfrm>
            <a:prstGeom prst="rightArrow">
              <a:avLst>
                <a:gd name="adj1" fmla="val 50000"/>
                <a:gd name="adj2" fmla="val 50115"/>
              </a:avLst>
            </a:pr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Right Arrow 72"/>
            <p:cNvSpPr>
              <a:spLocks noChangeArrowheads="1"/>
            </p:cNvSpPr>
            <p:nvPr/>
          </p:nvSpPr>
          <p:spPr bwMode="auto">
            <a:xfrm rot="10800000">
              <a:off x="9461579" y="7329488"/>
              <a:ext cx="722290" cy="704850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5" name="标题文本"/>
          <p:cNvSpPr txBox="1">
            <a:spLocks noGrp="1"/>
          </p:cNvSpPr>
          <p:nvPr userDrawn="1"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6" name="矩形 2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 userDrawn="1"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30" name="文本占位符 4"/>
          <p:cNvSpPr>
            <a:spLocks noGrp="1"/>
          </p:cNvSpPr>
          <p:nvPr userDrawn="1">
            <p:ph type="body" sz="quarter" idx="39"/>
          </p:nvPr>
        </p:nvSpPr>
        <p:spPr>
          <a:xfrm>
            <a:off x="1121954" y="2032640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" name="文本占位符 4"/>
          <p:cNvSpPr>
            <a:spLocks noGrp="1"/>
          </p:cNvSpPr>
          <p:nvPr userDrawn="1">
            <p:ph type="body" sz="quarter" idx="40"/>
          </p:nvPr>
        </p:nvSpPr>
        <p:spPr>
          <a:xfrm>
            <a:off x="1121954" y="2389493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 userDrawn="1">
            <p:ph type="body" sz="quarter" idx="41"/>
          </p:nvPr>
        </p:nvSpPr>
        <p:spPr>
          <a:xfrm>
            <a:off x="8502791" y="2005689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 userDrawn="1">
            <p:ph type="body" sz="quarter" idx="42"/>
          </p:nvPr>
        </p:nvSpPr>
        <p:spPr>
          <a:xfrm>
            <a:off x="8502791" y="2362542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17" name="文本占位符 4"/>
          <p:cNvSpPr>
            <a:spLocks noGrp="1"/>
          </p:cNvSpPr>
          <p:nvPr>
            <p:ph type="body" sz="quarter" idx="45"/>
          </p:nvPr>
        </p:nvSpPr>
        <p:spPr>
          <a:xfrm>
            <a:off x="3917394" y="2133565"/>
            <a:ext cx="1173406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00219D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7" name="文本占位符 4"/>
          <p:cNvSpPr>
            <a:spLocks noGrp="1"/>
          </p:cNvSpPr>
          <p:nvPr>
            <p:ph type="body" sz="quarter" idx="46"/>
          </p:nvPr>
        </p:nvSpPr>
        <p:spPr>
          <a:xfrm>
            <a:off x="7139565" y="2133565"/>
            <a:ext cx="1173406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00219D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8" name="文本占位符 4"/>
          <p:cNvSpPr>
            <a:spLocks noGrp="1"/>
          </p:cNvSpPr>
          <p:nvPr>
            <p:ph type="body" sz="quarter" idx="47"/>
          </p:nvPr>
        </p:nvSpPr>
        <p:spPr>
          <a:xfrm>
            <a:off x="7781822" y="3744651"/>
            <a:ext cx="1173406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00219D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19" name="文本占位符 4"/>
          <p:cNvSpPr>
            <a:spLocks noGrp="1"/>
          </p:cNvSpPr>
          <p:nvPr>
            <p:ph type="body" sz="quarter" idx="48"/>
          </p:nvPr>
        </p:nvSpPr>
        <p:spPr>
          <a:xfrm>
            <a:off x="3209822" y="3744651"/>
            <a:ext cx="1173406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00219D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0" name="文本占位符 4"/>
          <p:cNvSpPr>
            <a:spLocks noGrp="1"/>
          </p:cNvSpPr>
          <p:nvPr>
            <p:ph type="body" sz="quarter" idx="49"/>
          </p:nvPr>
        </p:nvSpPr>
        <p:spPr>
          <a:xfrm>
            <a:off x="3917394" y="5355737"/>
            <a:ext cx="1173406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00219D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1" name="文本占位符 4"/>
          <p:cNvSpPr>
            <a:spLocks noGrp="1"/>
          </p:cNvSpPr>
          <p:nvPr>
            <p:ph type="body" sz="quarter" idx="50"/>
          </p:nvPr>
        </p:nvSpPr>
        <p:spPr>
          <a:xfrm>
            <a:off x="7128679" y="5355737"/>
            <a:ext cx="1173406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00219D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2" name="文本占位符 4"/>
          <p:cNvSpPr>
            <a:spLocks noGrp="1"/>
          </p:cNvSpPr>
          <p:nvPr>
            <p:ph type="body" sz="quarter" idx="51"/>
          </p:nvPr>
        </p:nvSpPr>
        <p:spPr>
          <a:xfrm>
            <a:off x="5023340" y="3701108"/>
            <a:ext cx="2148516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3" name="文本占位符 4"/>
          <p:cNvSpPr>
            <a:spLocks noGrp="1"/>
          </p:cNvSpPr>
          <p:nvPr>
            <p:ph type="body" sz="quarter" idx="52"/>
          </p:nvPr>
        </p:nvSpPr>
        <p:spPr>
          <a:xfrm>
            <a:off x="1121954" y="5233039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4" name="文本占位符 4"/>
          <p:cNvSpPr>
            <a:spLocks noGrp="1"/>
          </p:cNvSpPr>
          <p:nvPr>
            <p:ph type="body" sz="quarter" idx="53"/>
          </p:nvPr>
        </p:nvSpPr>
        <p:spPr>
          <a:xfrm>
            <a:off x="1121954" y="5589892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5" name="文本占位符 4"/>
          <p:cNvSpPr>
            <a:spLocks noGrp="1"/>
          </p:cNvSpPr>
          <p:nvPr>
            <p:ph type="body" sz="quarter" idx="54"/>
          </p:nvPr>
        </p:nvSpPr>
        <p:spPr>
          <a:xfrm>
            <a:off x="414379" y="3632839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6" name="文本占位符 4"/>
          <p:cNvSpPr>
            <a:spLocks noGrp="1"/>
          </p:cNvSpPr>
          <p:nvPr>
            <p:ph type="body" sz="quarter" idx="55"/>
          </p:nvPr>
        </p:nvSpPr>
        <p:spPr>
          <a:xfrm>
            <a:off x="414379" y="3989692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7" name="文本占位符 4"/>
          <p:cNvSpPr>
            <a:spLocks noGrp="1"/>
          </p:cNvSpPr>
          <p:nvPr>
            <p:ph type="body" sz="quarter" idx="56"/>
          </p:nvPr>
        </p:nvSpPr>
        <p:spPr>
          <a:xfrm>
            <a:off x="8502791" y="5238744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8" name="文本占位符 4"/>
          <p:cNvSpPr>
            <a:spLocks noGrp="1"/>
          </p:cNvSpPr>
          <p:nvPr>
            <p:ph type="body" sz="quarter" idx="57"/>
          </p:nvPr>
        </p:nvSpPr>
        <p:spPr>
          <a:xfrm>
            <a:off x="8502791" y="5595597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9" name="文本占位符 4"/>
          <p:cNvSpPr>
            <a:spLocks noGrp="1"/>
          </p:cNvSpPr>
          <p:nvPr>
            <p:ph type="body" sz="quarter" idx="58"/>
          </p:nvPr>
        </p:nvSpPr>
        <p:spPr>
          <a:xfrm>
            <a:off x="9181126" y="3638542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4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30" name="文本占位符 4"/>
          <p:cNvSpPr>
            <a:spLocks noGrp="1"/>
          </p:cNvSpPr>
          <p:nvPr>
            <p:ph type="body" sz="quarter" idx="59"/>
          </p:nvPr>
        </p:nvSpPr>
        <p:spPr>
          <a:xfrm>
            <a:off x="9181126" y="3995395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循环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文本"/>
          <p:cNvSpPr txBox="1">
            <a:spLocks noGrp="1"/>
          </p:cNvSpPr>
          <p:nvPr userDrawn="1"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6" name="矩形 2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 userDrawn="1"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8" name="文本占位符 4"/>
          <p:cNvSpPr>
            <a:spLocks noGrp="1"/>
          </p:cNvSpPr>
          <p:nvPr userDrawn="1">
            <p:ph type="body" sz="quarter" idx="37"/>
          </p:nvPr>
        </p:nvSpPr>
        <p:spPr>
          <a:xfrm>
            <a:off x="4877568" y="3168418"/>
            <a:ext cx="2431306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0" name="文本占位符 4"/>
          <p:cNvSpPr>
            <a:spLocks noGrp="1"/>
          </p:cNvSpPr>
          <p:nvPr userDrawn="1">
            <p:ph type="body" sz="quarter" idx="39"/>
          </p:nvPr>
        </p:nvSpPr>
        <p:spPr>
          <a:xfrm>
            <a:off x="1302983" y="2240689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" name="文本占位符 4"/>
          <p:cNvSpPr>
            <a:spLocks noGrp="1"/>
          </p:cNvSpPr>
          <p:nvPr userDrawn="1">
            <p:ph type="body" sz="quarter" idx="40"/>
          </p:nvPr>
        </p:nvSpPr>
        <p:spPr>
          <a:xfrm>
            <a:off x="1302983" y="2597542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 userDrawn="1">
            <p:ph type="body" sz="quarter" idx="41"/>
          </p:nvPr>
        </p:nvSpPr>
        <p:spPr>
          <a:xfrm>
            <a:off x="8292522" y="2240689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 userDrawn="1">
            <p:ph type="body" sz="quarter" idx="42"/>
          </p:nvPr>
        </p:nvSpPr>
        <p:spPr>
          <a:xfrm>
            <a:off x="8292522" y="2597542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0" name="文本占位符 4"/>
          <p:cNvSpPr>
            <a:spLocks noGrp="1"/>
          </p:cNvSpPr>
          <p:nvPr userDrawn="1">
            <p:ph type="body" sz="quarter" idx="43"/>
          </p:nvPr>
        </p:nvSpPr>
        <p:spPr>
          <a:xfrm>
            <a:off x="4797752" y="5224193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219D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7" name="文本占位符 4"/>
          <p:cNvSpPr>
            <a:spLocks noGrp="1"/>
          </p:cNvSpPr>
          <p:nvPr userDrawn="1">
            <p:ph type="body" sz="quarter" idx="44"/>
          </p:nvPr>
        </p:nvSpPr>
        <p:spPr>
          <a:xfrm>
            <a:off x="4797752" y="5581046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4" name="îŝľíḍé"/>
          <p:cNvSpPr/>
          <p:nvPr userDrawn="1"/>
        </p:nvSpPr>
        <p:spPr bwMode="auto">
          <a:xfrm>
            <a:off x="4297897" y="1677566"/>
            <a:ext cx="1672921" cy="2899125"/>
          </a:xfrm>
          <a:custGeom>
            <a:avLst/>
            <a:gdLst>
              <a:gd name="T0" fmla="*/ 214 w 471"/>
              <a:gd name="T1" fmla="*/ 309 h 817"/>
              <a:gd name="T2" fmla="*/ 214 w 471"/>
              <a:gd name="T3" fmla="*/ 650 h 817"/>
              <a:gd name="T4" fmla="*/ 237 w 471"/>
              <a:gd name="T5" fmla="*/ 636 h 817"/>
              <a:gd name="T6" fmla="*/ 235 w 471"/>
              <a:gd name="T7" fmla="*/ 682 h 817"/>
              <a:gd name="T8" fmla="*/ 230 w 471"/>
              <a:gd name="T9" fmla="*/ 817 h 817"/>
              <a:gd name="T10" fmla="*/ 116 w 471"/>
              <a:gd name="T11" fmla="*/ 758 h 817"/>
              <a:gd name="T12" fmla="*/ 69 w 471"/>
              <a:gd name="T13" fmla="*/ 733 h 817"/>
              <a:gd name="T14" fmla="*/ 92 w 471"/>
              <a:gd name="T15" fmla="*/ 720 h 817"/>
              <a:gd name="T16" fmla="*/ 92 w 471"/>
              <a:gd name="T17" fmla="*/ 720 h 817"/>
              <a:gd name="T18" fmla="*/ 92 w 471"/>
              <a:gd name="T19" fmla="*/ 239 h 817"/>
              <a:gd name="T20" fmla="*/ 464 w 471"/>
              <a:gd name="T21" fmla="*/ 0 h 817"/>
              <a:gd name="T22" fmla="*/ 356 w 471"/>
              <a:gd name="T23" fmla="*/ 69 h 817"/>
              <a:gd name="T24" fmla="*/ 471 w 471"/>
              <a:gd name="T25" fmla="*/ 141 h 817"/>
              <a:gd name="T26" fmla="*/ 214 w 471"/>
              <a:gd name="T27" fmla="*/ 309 h 8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71" h="817">
                <a:moveTo>
                  <a:pt x="214" y="309"/>
                </a:moveTo>
                <a:cubicBezTo>
                  <a:pt x="157" y="409"/>
                  <a:pt x="149" y="536"/>
                  <a:pt x="214" y="650"/>
                </a:cubicBezTo>
                <a:cubicBezTo>
                  <a:pt x="237" y="636"/>
                  <a:pt x="237" y="636"/>
                  <a:pt x="237" y="636"/>
                </a:cubicBezTo>
                <a:cubicBezTo>
                  <a:pt x="235" y="682"/>
                  <a:pt x="235" y="682"/>
                  <a:pt x="235" y="682"/>
                </a:cubicBezTo>
                <a:cubicBezTo>
                  <a:pt x="230" y="817"/>
                  <a:pt x="230" y="817"/>
                  <a:pt x="230" y="817"/>
                </a:cubicBezTo>
                <a:cubicBezTo>
                  <a:pt x="116" y="758"/>
                  <a:pt x="116" y="758"/>
                  <a:pt x="116" y="758"/>
                </a:cubicBezTo>
                <a:cubicBezTo>
                  <a:pt x="69" y="733"/>
                  <a:pt x="69" y="733"/>
                  <a:pt x="69" y="733"/>
                </a:cubicBezTo>
                <a:cubicBezTo>
                  <a:pt x="92" y="720"/>
                  <a:pt x="92" y="720"/>
                  <a:pt x="92" y="720"/>
                </a:cubicBezTo>
                <a:cubicBezTo>
                  <a:pt x="92" y="720"/>
                  <a:pt x="92" y="720"/>
                  <a:pt x="92" y="720"/>
                </a:cubicBezTo>
                <a:cubicBezTo>
                  <a:pt x="0" y="560"/>
                  <a:pt x="11" y="379"/>
                  <a:pt x="92" y="239"/>
                </a:cubicBezTo>
                <a:cubicBezTo>
                  <a:pt x="167" y="110"/>
                  <a:pt x="300" y="15"/>
                  <a:pt x="464" y="0"/>
                </a:cubicBezTo>
                <a:cubicBezTo>
                  <a:pt x="356" y="69"/>
                  <a:pt x="356" y="69"/>
                  <a:pt x="356" y="69"/>
                </a:cubicBezTo>
                <a:cubicBezTo>
                  <a:pt x="471" y="141"/>
                  <a:pt x="471" y="141"/>
                  <a:pt x="471" y="141"/>
                </a:cubicBezTo>
                <a:cubicBezTo>
                  <a:pt x="357" y="154"/>
                  <a:pt x="266" y="220"/>
                  <a:pt x="214" y="309"/>
                </a:cubicBezTo>
                <a:close/>
              </a:path>
            </a:pathLst>
          </a:custGeom>
          <a:solidFill>
            <a:srgbClr val="BBBBBB"/>
          </a:solidFill>
          <a:ln w="317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íSlídé"/>
          <p:cNvSpPr/>
          <p:nvPr userDrawn="1"/>
        </p:nvSpPr>
        <p:spPr bwMode="auto">
          <a:xfrm>
            <a:off x="5566347" y="1581952"/>
            <a:ext cx="2344489" cy="2513875"/>
          </a:xfrm>
          <a:custGeom>
            <a:avLst/>
            <a:gdLst>
              <a:gd name="T0" fmla="*/ 590 w 660"/>
              <a:gd name="T1" fmla="*/ 708 h 708"/>
              <a:gd name="T2" fmla="*/ 585 w 660"/>
              <a:gd name="T3" fmla="*/ 581 h 708"/>
              <a:gd name="T4" fmla="*/ 465 w 660"/>
              <a:gd name="T5" fmla="*/ 643 h 708"/>
              <a:gd name="T6" fmla="*/ 448 w 660"/>
              <a:gd name="T7" fmla="*/ 337 h 708"/>
              <a:gd name="T8" fmla="*/ 153 w 660"/>
              <a:gd name="T9" fmla="*/ 167 h 708"/>
              <a:gd name="T10" fmla="*/ 153 w 660"/>
              <a:gd name="T11" fmla="*/ 194 h 708"/>
              <a:gd name="T12" fmla="*/ 0 w 660"/>
              <a:gd name="T13" fmla="*/ 97 h 708"/>
              <a:gd name="T14" fmla="*/ 153 w 660"/>
              <a:gd name="T15" fmla="*/ 0 h 708"/>
              <a:gd name="T16" fmla="*/ 153 w 660"/>
              <a:gd name="T17" fmla="*/ 26 h 708"/>
              <a:gd name="T18" fmla="*/ 570 w 660"/>
              <a:gd name="T19" fmla="*/ 267 h 708"/>
              <a:gd name="T20" fmla="*/ 590 w 660"/>
              <a:gd name="T21" fmla="*/ 708 h 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60" h="708">
                <a:moveTo>
                  <a:pt x="590" y="708"/>
                </a:moveTo>
                <a:cubicBezTo>
                  <a:pt x="585" y="581"/>
                  <a:pt x="585" y="581"/>
                  <a:pt x="585" y="581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511" y="539"/>
                  <a:pt x="499" y="427"/>
                  <a:pt x="448" y="337"/>
                </a:cubicBezTo>
                <a:cubicBezTo>
                  <a:pt x="390" y="238"/>
                  <a:pt x="284" y="167"/>
                  <a:pt x="153" y="167"/>
                </a:cubicBezTo>
                <a:cubicBezTo>
                  <a:pt x="153" y="194"/>
                  <a:pt x="153" y="194"/>
                  <a:pt x="153" y="194"/>
                </a:cubicBezTo>
                <a:cubicBezTo>
                  <a:pt x="0" y="97"/>
                  <a:pt x="0" y="97"/>
                  <a:pt x="0" y="97"/>
                </a:cubicBezTo>
                <a:cubicBezTo>
                  <a:pt x="153" y="0"/>
                  <a:pt x="153" y="0"/>
                  <a:pt x="153" y="0"/>
                </a:cubicBezTo>
                <a:cubicBezTo>
                  <a:pt x="153" y="26"/>
                  <a:pt x="153" y="26"/>
                  <a:pt x="153" y="26"/>
                </a:cubicBezTo>
                <a:cubicBezTo>
                  <a:pt x="338" y="26"/>
                  <a:pt x="489" y="127"/>
                  <a:pt x="570" y="267"/>
                </a:cubicBezTo>
                <a:cubicBezTo>
                  <a:pt x="644" y="396"/>
                  <a:pt x="660" y="558"/>
                  <a:pt x="590" y="708"/>
                </a:cubicBezTo>
                <a:close/>
              </a:path>
            </a:pathLst>
          </a:custGeom>
          <a:solidFill>
            <a:srgbClr val="3171F4"/>
          </a:solidFill>
          <a:ln w="317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íṧ1íḓè"/>
          <p:cNvSpPr/>
          <p:nvPr userDrawn="1"/>
        </p:nvSpPr>
        <p:spPr bwMode="auto">
          <a:xfrm>
            <a:off x="4714895" y="3644618"/>
            <a:ext cx="2957594" cy="1448065"/>
          </a:xfrm>
          <a:custGeom>
            <a:avLst/>
            <a:gdLst>
              <a:gd name="T0" fmla="*/ 833 w 833"/>
              <a:gd name="T1" fmla="*/ 180 h 408"/>
              <a:gd name="T2" fmla="*/ 810 w 833"/>
              <a:gd name="T3" fmla="*/ 167 h 408"/>
              <a:gd name="T4" fmla="*/ 393 w 833"/>
              <a:gd name="T5" fmla="*/ 408 h 408"/>
              <a:gd name="T6" fmla="*/ 0 w 833"/>
              <a:gd name="T7" fmla="*/ 205 h 408"/>
              <a:gd name="T8" fmla="*/ 114 w 833"/>
              <a:gd name="T9" fmla="*/ 264 h 408"/>
              <a:gd name="T10" fmla="*/ 119 w 833"/>
              <a:gd name="T11" fmla="*/ 129 h 408"/>
              <a:gd name="T12" fmla="*/ 393 w 833"/>
              <a:gd name="T13" fmla="*/ 267 h 408"/>
              <a:gd name="T14" fmla="*/ 688 w 833"/>
              <a:gd name="T15" fmla="*/ 97 h 408"/>
              <a:gd name="T16" fmla="*/ 665 w 833"/>
              <a:gd name="T17" fmla="*/ 83 h 408"/>
              <a:gd name="T18" fmla="*/ 825 w 833"/>
              <a:gd name="T19" fmla="*/ 0 h 408"/>
              <a:gd name="T20" fmla="*/ 833 w 833"/>
              <a:gd name="T21" fmla="*/ 180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33" h="408">
                <a:moveTo>
                  <a:pt x="833" y="180"/>
                </a:moveTo>
                <a:cubicBezTo>
                  <a:pt x="810" y="167"/>
                  <a:pt x="810" y="167"/>
                  <a:pt x="810" y="167"/>
                </a:cubicBezTo>
                <a:cubicBezTo>
                  <a:pt x="717" y="327"/>
                  <a:pt x="555" y="408"/>
                  <a:pt x="393" y="408"/>
                </a:cubicBezTo>
                <a:cubicBezTo>
                  <a:pt x="244" y="408"/>
                  <a:pt x="96" y="340"/>
                  <a:pt x="0" y="205"/>
                </a:cubicBezTo>
                <a:cubicBezTo>
                  <a:pt x="114" y="264"/>
                  <a:pt x="114" y="264"/>
                  <a:pt x="114" y="264"/>
                </a:cubicBezTo>
                <a:cubicBezTo>
                  <a:pt x="119" y="129"/>
                  <a:pt x="119" y="129"/>
                  <a:pt x="119" y="129"/>
                </a:cubicBezTo>
                <a:cubicBezTo>
                  <a:pt x="187" y="221"/>
                  <a:pt x="290" y="267"/>
                  <a:pt x="393" y="267"/>
                </a:cubicBezTo>
                <a:cubicBezTo>
                  <a:pt x="508" y="267"/>
                  <a:pt x="622" y="210"/>
                  <a:pt x="688" y="97"/>
                </a:cubicBezTo>
                <a:cubicBezTo>
                  <a:pt x="665" y="83"/>
                  <a:pt x="665" y="83"/>
                  <a:pt x="665" y="83"/>
                </a:cubicBezTo>
                <a:cubicBezTo>
                  <a:pt x="825" y="0"/>
                  <a:pt x="825" y="0"/>
                  <a:pt x="825" y="0"/>
                </a:cubicBezTo>
                <a:lnTo>
                  <a:pt x="833" y="180"/>
                </a:lnTo>
                <a:close/>
              </a:path>
            </a:pathLst>
          </a:custGeom>
          <a:solidFill>
            <a:srgbClr val="00219D"/>
          </a:solidFill>
          <a:ln w="317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t" anchorCtr="0" forceAA="0" compatLnSpc="1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algun Gothic" panose="020B0503020000020004" pitchFamily="34" charset="-127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循环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4056673" y="2203094"/>
            <a:ext cx="4067542" cy="3618868"/>
            <a:chOff x="8232956" y="1659441"/>
            <a:chExt cx="4635379" cy="4124071"/>
          </a:xfrm>
        </p:grpSpPr>
        <p:sp>
          <p:nvSpPr>
            <p:cNvPr id="17" name="弧形 1"/>
            <p:cNvSpPr/>
            <p:nvPr/>
          </p:nvSpPr>
          <p:spPr>
            <a:xfrm>
              <a:off x="9070477" y="2314726"/>
              <a:ext cx="3003672" cy="3003672"/>
            </a:xfrm>
            <a:prstGeom prst="arc">
              <a:avLst>
                <a:gd name="adj1" fmla="val 17519855"/>
                <a:gd name="adj2" fmla="val 21513956"/>
              </a:avLst>
            </a:prstGeom>
            <a:noFill/>
            <a:ln w="57150">
              <a:solidFill>
                <a:srgbClr val="BBBBBB"/>
              </a:solidFill>
              <a:headEnd type="none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" name="弧形 2"/>
            <p:cNvSpPr/>
            <p:nvPr/>
          </p:nvSpPr>
          <p:spPr>
            <a:xfrm>
              <a:off x="9086669" y="2314726"/>
              <a:ext cx="3003672" cy="3003672"/>
            </a:xfrm>
            <a:prstGeom prst="arc">
              <a:avLst>
                <a:gd name="adj1" fmla="val 10149874"/>
                <a:gd name="adj2" fmla="val 13494700"/>
              </a:avLst>
            </a:prstGeom>
            <a:noFill/>
            <a:ln w="57150">
              <a:solidFill>
                <a:srgbClr val="BBBBBB"/>
              </a:solidFill>
              <a:headEnd type="none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9" name="弧形 3"/>
            <p:cNvSpPr/>
            <p:nvPr/>
          </p:nvSpPr>
          <p:spPr>
            <a:xfrm>
              <a:off x="9086669" y="2314726"/>
              <a:ext cx="3003672" cy="3003672"/>
            </a:xfrm>
            <a:prstGeom prst="arc">
              <a:avLst>
                <a:gd name="adj1" fmla="val 4292501"/>
                <a:gd name="adj2" fmla="val 6361651"/>
              </a:avLst>
            </a:prstGeom>
            <a:noFill/>
            <a:ln w="57150">
              <a:solidFill>
                <a:srgbClr val="BBBBBB"/>
              </a:solidFill>
              <a:headEnd type="none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任意多边形: 形状 14"/>
            <p:cNvSpPr/>
            <p:nvPr/>
          </p:nvSpPr>
          <p:spPr>
            <a:xfrm>
              <a:off x="9508724" y="1659441"/>
              <a:ext cx="2083842" cy="2083841"/>
            </a:xfrm>
            <a:custGeom>
              <a:avLst/>
              <a:gdLst>
                <a:gd name="connsiteX0" fmla="*/ 0 w 3251200"/>
                <a:gd name="connsiteY0" fmla="*/ 1625600 h 3251200"/>
                <a:gd name="connsiteX1" fmla="*/ 1625600 w 3251200"/>
                <a:gd name="connsiteY1" fmla="*/ 0 h 3251200"/>
                <a:gd name="connsiteX2" fmla="*/ 3251200 w 3251200"/>
                <a:gd name="connsiteY2" fmla="*/ 1625600 h 3251200"/>
                <a:gd name="connsiteX3" fmla="*/ 1625600 w 3251200"/>
                <a:gd name="connsiteY3" fmla="*/ 3251200 h 3251200"/>
                <a:gd name="connsiteX4" fmla="*/ 0 w 3251200"/>
                <a:gd name="connsiteY4" fmla="*/ 1625600 h 325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06"/>
                    <a:pt x="727806" y="0"/>
                    <a:pt x="1625600" y="0"/>
                  </a:cubicBezTo>
                  <a:cubicBezTo>
                    <a:pt x="2523394" y="0"/>
                    <a:pt x="3251200" y="727806"/>
                    <a:pt x="3251200" y="1625600"/>
                  </a:cubicBezTo>
                  <a:cubicBezTo>
                    <a:pt x="3251200" y="2523394"/>
                    <a:pt x="2523394" y="3251200"/>
                    <a:pt x="1625600" y="3251200"/>
                  </a:cubicBezTo>
                  <a:cubicBezTo>
                    <a:pt x="727806" y="3251200"/>
                    <a:pt x="0" y="2523394"/>
                    <a:pt x="0" y="1625600"/>
                  </a:cubicBezTo>
                  <a:close/>
                </a:path>
              </a:pathLst>
            </a:custGeom>
            <a:solidFill>
              <a:srgbClr val="0034A7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433494" tIns="568960" rIns="433493" bIns="1219200" numCol="1" spcCol="1270" anchor="ctr" anchorCtr="0">
              <a:noAutofit/>
            </a:bodyPr>
            <a:lstStyle/>
            <a:p>
              <a:pPr marL="0" marR="0" lvl="0" indent="0" algn="ctr" defTabSz="2889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" name="任意多边形: 形状 19"/>
            <p:cNvSpPr/>
            <p:nvPr userDrawn="1"/>
          </p:nvSpPr>
          <p:spPr>
            <a:xfrm>
              <a:off x="8232956" y="3699671"/>
              <a:ext cx="2083842" cy="2083841"/>
            </a:xfrm>
            <a:custGeom>
              <a:avLst/>
              <a:gdLst>
                <a:gd name="connsiteX0" fmla="*/ 0 w 3251200"/>
                <a:gd name="connsiteY0" fmla="*/ 1625600 h 3251200"/>
                <a:gd name="connsiteX1" fmla="*/ 1625600 w 3251200"/>
                <a:gd name="connsiteY1" fmla="*/ 0 h 3251200"/>
                <a:gd name="connsiteX2" fmla="*/ 3251200 w 3251200"/>
                <a:gd name="connsiteY2" fmla="*/ 1625600 h 3251200"/>
                <a:gd name="connsiteX3" fmla="*/ 1625600 w 3251200"/>
                <a:gd name="connsiteY3" fmla="*/ 3251200 h 3251200"/>
                <a:gd name="connsiteX4" fmla="*/ 0 w 3251200"/>
                <a:gd name="connsiteY4" fmla="*/ 1625600 h 325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06"/>
                    <a:pt x="727806" y="0"/>
                    <a:pt x="1625600" y="0"/>
                  </a:cubicBezTo>
                  <a:cubicBezTo>
                    <a:pt x="2523394" y="0"/>
                    <a:pt x="3251200" y="727806"/>
                    <a:pt x="3251200" y="1625600"/>
                  </a:cubicBezTo>
                  <a:cubicBezTo>
                    <a:pt x="3251200" y="2523394"/>
                    <a:pt x="2523394" y="3251200"/>
                    <a:pt x="1625600" y="3251200"/>
                  </a:cubicBezTo>
                  <a:cubicBezTo>
                    <a:pt x="727806" y="3251200"/>
                    <a:pt x="0" y="2523394"/>
                    <a:pt x="0" y="162560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306155" tIns="839893" rIns="994325" bIns="623147" numCol="1" spcCol="1270" anchor="ctr" anchorCtr="0">
              <a:noAutofit/>
            </a:bodyPr>
            <a:lstStyle/>
            <a:p>
              <a:pPr marL="0" marR="0" lvl="0" indent="0" algn="ctr" defTabSz="2889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6" name="任意多边形: 形状 27"/>
            <p:cNvSpPr/>
            <p:nvPr/>
          </p:nvSpPr>
          <p:spPr>
            <a:xfrm>
              <a:off x="10784493" y="3699671"/>
              <a:ext cx="2083842" cy="2083841"/>
            </a:xfrm>
            <a:custGeom>
              <a:avLst/>
              <a:gdLst>
                <a:gd name="connsiteX0" fmla="*/ 0 w 3251200"/>
                <a:gd name="connsiteY0" fmla="*/ 1625600 h 3251200"/>
                <a:gd name="connsiteX1" fmla="*/ 1625600 w 3251200"/>
                <a:gd name="connsiteY1" fmla="*/ 0 h 3251200"/>
                <a:gd name="connsiteX2" fmla="*/ 3251200 w 3251200"/>
                <a:gd name="connsiteY2" fmla="*/ 1625600 h 3251200"/>
                <a:gd name="connsiteX3" fmla="*/ 1625600 w 3251200"/>
                <a:gd name="connsiteY3" fmla="*/ 3251200 h 3251200"/>
                <a:gd name="connsiteX4" fmla="*/ 0 w 3251200"/>
                <a:gd name="connsiteY4" fmla="*/ 1625600 h 325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06"/>
                    <a:pt x="727806" y="0"/>
                    <a:pt x="1625600" y="0"/>
                  </a:cubicBezTo>
                  <a:cubicBezTo>
                    <a:pt x="2523394" y="0"/>
                    <a:pt x="3251200" y="727806"/>
                    <a:pt x="3251200" y="1625600"/>
                  </a:cubicBezTo>
                  <a:cubicBezTo>
                    <a:pt x="3251200" y="2523394"/>
                    <a:pt x="2523394" y="3251200"/>
                    <a:pt x="1625600" y="3251200"/>
                  </a:cubicBezTo>
                  <a:cubicBezTo>
                    <a:pt x="727806" y="3251200"/>
                    <a:pt x="0" y="2523394"/>
                    <a:pt x="0" y="1625600"/>
                  </a:cubicBezTo>
                  <a:close/>
                </a:path>
              </a:pathLst>
            </a:custGeom>
            <a:solidFill>
              <a:srgbClr val="3171F4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994325" tIns="839893" rIns="306155" bIns="623147" numCol="1" spcCol="1270" anchor="ctr" anchorCtr="0">
              <a:noAutofit/>
            </a:bodyPr>
            <a:lstStyle/>
            <a:p>
              <a:pPr marL="0" marR="0" lvl="0" indent="0" algn="ctr" defTabSz="2889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5" name="标题文本"/>
          <p:cNvSpPr txBox="1">
            <a:spLocks noGrp="1"/>
          </p:cNvSpPr>
          <p:nvPr userDrawn="1"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6" name="矩形 2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 userDrawn="1"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8" name="文本占位符 4"/>
          <p:cNvSpPr>
            <a:spLocks noGrp="1"/>
          </p:cNvSpPr>
          <p:nvPr userDrawn="1">
            <p:ph type="body" sz="quarter" idx="37"/>
          </p:nvPr>
        </p:nvSpPr>
        <p:spPr>
          <a:xfrm>
            <a:off x="5176158" y="2929904"/>
            <a:ext cx="1828571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0" name="文本占位符 4"/>
          <p:cNvSpPr>
            <a:spLocks noGrp="1"/>
          </p:cNvSpPr>
          <p:nvPr userDrawn="1">
            <p:ph type="body" sz="quarter" idx="39"/>
          </p:nvPr>
        </p:nvSpPr>
        <p:spPr>
          <a:xfrm>
            <a:off x="825500" y="4351469"/>
            <a:ext cx="2596495" cy="344690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0070C0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" name="文本占位符 4"/>
          <p:cNvSpPr>
            <a:spLocks noGrp="1"/>
          </p:cNvSpPr>
          <p:nvPr userDrawn="1">
            <p:ph type="body" sz="quarter" idx="40"/>
          </p:nvPr>
        </p:nvSpPr>
        <p:spPr>
          <a:xfrm>
            <a:off x="825500" y="4708322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 userDrawn="1">
            <p:ph type="body" sz="quarter" idx="41"/>
          </p:nvPr>
        </p:nvSpPr>
        <p:spPr>
          <a:xfrm>
            <a:off x="8758893" y="4351469"/>
            <a:ext cx="2596495" cy="34469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 userDrawn="1">
            <p:ph type="body" sz="quarter" idx="42"/>
          </p:nvPr>
        </p:nvSpPr>
        <p:spPr>
          <a:xfrm>
            <a:off x="8758893" y="4708322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0" name="文本占位符 4"/>
          <p:cNvSpPr>
            <a:spLocks noGrp="1"/>
          </p:cNvSpPr>
          <p:nvPr userDrawn="1">
            <p:ph type="body" sz="quarter" idx="43"/>
          </p:nvPr>
        </p:nvSpPr>
        <p:spPr>
          <a:xfrm>
            <a:off x="4791415" y="1833936"/>
            <a:ext cx="2596495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7" name="文本占位符 4"/>
          <p:cNvSpPr>
            <a:spLocks noGrp="1"/>
          </p:cNvSpPr>
          <p:nvPr userDrawn="1">
            <p:ph type="body" sz="quarter" idx="44"/>
          </p:nvPr>
        </p:nvSpPr>
        <p:spPr>
          <a:xfrm>
            <a:off x="4791415" y="1326954"/>
            <a:ext cx="2596495" cy="48183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3" name="文本占位符 4"/>
          <p:cNvSpPr>
            <a:spLocks noGrp="1"/>
          </p:cNvSpPr>
          <p:nvPr>
            <p:ph type="body" sz="quarter" idx="45"/>
          </p:nvPr>
        </p:nvSpPr>
        <p:spPr>
          <a:xfrm>
            <a:off x="4054929" y="4686848"/>
            <a:ext cx="1828571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4" name="文本占位符 4"/>
          <p:cNvSpPr>
            <a:spLocks noGrp="1"/>
          </p:cNvSpPr>
          <p:nvPr>
            <p:ph type="body" sz="quarter" idx="46"/>
          </p:nvPr>
        </p:nvSpPr>
        <p:spPr>
          <a:xfrm>
            <a:off x="6297387" y="4686848"/>
            <a:ext cx="1828571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循环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文本"/>
          <p:cNvSpPr txBox="1">
            <a:spLocks noGrp="1"/>
          </p:cNvSpPr>
          <p:nvPr userDrawn="1"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6" name="矩形 2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 userDrawn="1"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30" name="文本占位符 4"/>
          <p:cNvSpPr>
            <a:spLocks noGrp="1"/>
          </p:cNvSpPr>
          <p:nvPr userDrawn="1">
            <p:ph type="body" sz="quarter" idx="39"/>
          </p:nvPr>
        </p:nvSpPr>
        <p:spPr>
          <a:xfrm>
            <a:off x="825500" y="4217956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" name="文本占位符 4"/>
          <p:cNvSpPr>
            <a:spLocks noGrp="1"/>
          </p:cNvSpPr>
          <p:nvPr userDrawn="1">
            <p:ph type="body" sz="quarter" idx="40"/>
          </p:nvPr>
        </p:nvSpPr>
        <p:spPr>
          <a:xfrm>
            <a:off x="825500" y="4574809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 userDrawn="1">
            <p:ph type="body" sz="quarter" idx="41"/>
          </p:nvPr>
        </p:nvSpPr>
        <p:spPr>
          <a:xfrm>
            <a:off x="8758893" y="4217956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 userDrawn="1">
            <p:ph type="body" sz="quarter" idx="42"/>
          </p:nvPr>
        </p:nvSpPr>
        <p:spPr>
          <a:xfrm>
            <a:off x="8758893" y="4574809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3608163" y="2048919"/>
            <a:ext cx="4975673" cy="3131260"/>
            <a:chOff x="8637899" y="1666968"/>
            <a:chExt cx="7399270" cy="4656464"/>
          </a:xfrm>
        </p:grpSpPr>
        <p:sp>
          <p:nvSpPr>
            <p:cNvPr id="24" name="Oval 5"/>
            <p:cNvSpPr>
              <a:spLocks noChangeArrowheads="1"/>
            </p:cNvSpPr>
            <p:nvPr/>
          </p:nvSpPr>
          <p:spPr bwMode="auto">
            <a:xfrm>
              <a:off x="8796707" y="1666968"/>
              <a:ext cx="2009179" cy="2009175"/>
            </a:xfrm>
            <a:prstGeom prst="ellipse">
              <a:avLst/>
            </a:prstGeom>
            <a:solidFill>
              <a:srgbClr val="C9D5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1pPr>
              <a:lvl2pPr marL="0" marR="0" indent="457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2pPr>
              <a:lvl3pPr marL="0" marR="0" indent="914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3pPr>
              <a:lvl4pPr marL="0" marR="0" indent="1371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4pPr>
              <a:lvl5pPr marL="0" marR="0" indent="18288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5pPr>
              <a:lvl6pPr marL="0" marR="0" indent="22860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6pPr>
              <a:lvl7pPr marL="0" marR="0" indent="2743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7pPr>
              <a:lvl8pPr marL="0" marR="0" indent="3200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8pPr>
              <a:lvl9pPr marL="0" marR="0" indent="3657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9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29" name="Oval 6"/>
            <p:cNvSpPr>
              <a:spLocks noChangeArrowheads="1"/>
            </p:cNvSpPr>
            <p:nvPr/>
          </p:nvSpPr>
          <p:spPr bwMode="auto">
            <a:xfrm>
              <a:off x="8796707" y="4308169"/>
              <a:ext cx="2009179" cy="2015263"/>
            </a:xfrm>
            <a:prstGeom prst="ellipse">
              <a:avLst/>
            </a:prstGeom>
            <a:solidFill>
              <a:srgbClr val="C1C1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1pPr>
              <a:lvl2pPr marL="0" marR="0" indent="457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2pPr>
              <a:lvl3pPr marL="0" marR="0" indent="914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3pPr>
              <a:lvl4pPr marL="0" marR="0" indent="1371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4pPr>
              <a:lvl5pPr marL="0" marR="0" indent="18288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5pPr>
              <a:lvl6pPr marL="0" marR="0" indent="22860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6pPr>
              <a:lvl7pPr marL="0" marR="0" indent="2743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7pPr>
              <a:lvl8pPr marL="0" marR="0" indent="3200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8pPr>
              <a:lvl9pPr marL="0" marR="0" indent="3657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9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32" name="Oval 7"/>
            <p:cNvSpPr>
              <a:spLocks noChangeArrowheads="1"/>
            </p:cNvSpPr>
            <p:nvPr/>
          </p:nvSpPr>
          <p:spPr bwMode="auto">
            <a:xfrm>
              <a:off x="13843676" y="1666970"/>
              <a:ext cx="2015268" cy="200917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1pPr>
              <a:lvl2pPr marL="0" marR="0" indent="457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2pPr>
              <a:lvl3pPr marL="0" marR="0" indent="914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3pPr>
              <a:lvl4pPr marL="0" marR="0" indent="1371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4pPr>
              <a:lvl5pPr marL="0" marR="0" indent="18288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5pPr>
              <a:lvl6pPr marL="0" marR="0" indent="22860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6pPr>
              <a:lvl7pPr marL="0" marR="0" indent="2743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7pPr>
              <a:lvl8pPr marL="0" marR="0" indent="3200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8pPr>
              <a:lvl9pPr marL="0" marR="0" indent="3657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9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35" name="Oval 8"/>
            <p:cNvSpPr>
              <a:spLocks noChangeArrowheads="1"/>
            </p:cNvSpPr>
            <p:nvPr/>
          </p:nvSpPr>
          <p:spPr bwMode="auto">
            <a:xfrm>
              <a:off x="13834787" y="4308169"/>
              <a:ext cx="2015268" cy="2015263"/>
            </a:xfrm>
            <a:prstGeom prst="ellipse">
              <a:avLst/>
            </a:prstGeom>
            <a:solidFill>
              <a:srgbClr val="F9ECC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1pPr>
              <a:lvl2pPr marL="0" marR="0" indent="457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2pPr>
              <a:lvl3pPr marL="0" marR="0" indent="914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3pPr>
              <a:lvl4pPr marL="0" marR="0" indent="1371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4pPr>
              <a:lvl5pPr marL="0" marR="0" indent="18288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5pPr>
              <a:lvl6pPr marL="0" marR="0" indent="22860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6pPr>
              <a:lvl7pPr marL="0" marR="0" indent="2743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7pPr>
              <a:lvl8pPr marL="0" marR="0" indent="3200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8pPr>
              <a:lvl9pPr marL="0" marR="0" indent="3657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9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等线" panose="02010600030101010101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8637899" y="2589762"/>
              <a:ext cx="7399270" cy="3050793"/>
              <a:chOff x="4188904" y="2986445"/>
              <a:chExt cx="3814194" cy="1719767"/>
            </a:xfrm>
          </p:grpSpPr>
          <p:sp>
            <p:nvSpPr>
              <p:cNvPr id="50" name="Freeform 9"/>
              <p:cNvSpPr/>
              <p:nvPr/>
            </p:nvSpPr>
            <p:spPr bwMode="auto">
              <a:xfrm>
                <a:off x="4188904" y="2986445"/>
                <a:ext cx="3814194" cy="1719767"/>
              </a:xfrm>
              <a:custGeom>
                <a:avLst/>
                <a:gdLst>
                  <a:gd name="T0" fmla="*/ 1443 w 1889"/>
                  <a:gd name="T1" fmla="*/ 813 h 852"/>
                  <a:gd name="T2" fmla="*/ 1156 w 1889"/>
                  <a:gd name="T3" fmla="*/ 694 h 852"/>
                  <a:gd name="T4" fmla="*/ 897 w 1889"/>
                  <a:gd name="T5" fmla="*/ 435 h 852"/>
                  <a:gd name="T6" fmla="*/ 637 w 1889"/>
                  <a:gd name="T7" fmla="*/ 175 h 852"/>
                  <a:gd name="T8" fmla="*/ 406 w 1889"/>
                  <a:gd name="T9" fmla="*/ 80 h 852"/>
                  <a:gd name="T10" fmla="*/ 175 w 1889"/>
                  <a:gd name="T11" fmla="*/ 175 h 852"/>
                  <a:gd name="T12" fmla="*/ 80 w 1889"/>
                  <a:gd name="T13" fmla="*/ 406 h 852"/>
                  <a:gd name="T14" fmla="*/ 175 w 1889"/>
                  <a:gd name="T15" fmla="*/ 637 h 852"/>
                  <a:gd name="T16" fmla="*/ 637 w 1889"/>
                  <a:gd name="T17" fmla="*/ 637 h 852"/>
                  <a:gd name="T18" fmla="*/ 830 w 1889"/>
                  <a:gd name="T19" fmla="*/ 444 h 852"/>
                  <a:gd name="T20" fmla="*/ 887 w 1889"/>
                  <a:gd name="T21" fmla="*/ 501 h 852"/>
                  <a:gd name="T22" fmla="*/ 694 w 1889"/>
                  <a:gd name="T23" fmla="*/ 694 h 852"/>
                  <a:gd name="T24" fmla="*/ 119 w 1889"/>
                  <a:gd name="T25" fmla="*/ 694 h 852"/>
                  <a:gd name="T26" fmla="*/ 0 w 1889"/>
                  <a:gd name="T27" fmla="*/ 406 h 852"/>
                  <a:gd name="T28" fmla="*/ 119 w 1889"/>
                  <a:gd name="T29" fmla="*/ 119 h 852"/>
                  <a:gd name="T30" fmla="*/ 406 w 1889"/>
                  <a:gd name="T31" fmla="*/ 0 h 852"/>
                  <a:gd name="T32" fmla="*/ 694 w 1889"/>
                  <a:gd name="T33" fmla="*/ 119 h 852"/>
                  <a:gd name="T34" fmla="*/ 953 w 1889"/>
                  <a:gd name="T35" fmla="*/ 378 h 852"/>
                  <a:gd name="T36" fmla="*/ 1212 w 1889"/>
                  <a:gd name="T37" fmla="*/ 637 h 852"/>
                  <a:gd name="T38" fmla="*/ 1674 w 1889"/>
                  <a:gd name="T39" fmla="*/ 637 h 852"/>
                  <a:gd name="T40" fmla="*/ 1674 w 1889"/>
                  <a:gd name="T41" fmla="*/ 175 h 852"/>
                  <a:gd name="T42" fmla="*/ 1443 w 1889"/>
                  <a:gd name="T43" fmla="*/ 80 h 852"/>
                  <a:gd name="T44" fmla="*/ 1212 w 1889"/>
                  <a:gd name="T45" fmla="*/ 175 h 852"/>
                  <a:gd name="T46" fmla="*/ 1018 w 1889"/>
                  <a:gd name="T47" fmla="*/ 370 h 852"/>
                  <a:gd name="T48" fmla="*/ 961 w 1889"/>
                  <a:gd name="T49" fmla="*/ 313 h 852"/>
                  <a:gd name="T50" fmla="*/ 1156 w 1889"/>
                  <a:gd name="T51" fmla="*/ 119 h 852"/>
                  <a:gd name="T52" fmla="*/ 1443 w 1889"/>
                  <a:gd name="T53" fmla="*/ 0 h 852"/>
                  <a:gd name="T54" fmla="*/ 1731 w 1889"/>
                  <a:gd name="T55" fmla="*/ 119 h 852"/>
                  <a:gd name="T56" fmla="*/ 1731 w 1889"/>
                  <a:gd name="T57" fmla="*/ 694 h 852"/>
                  <a:gd name="T58" fmla="*/ 1443 w 1889"/>
                  <a:gd name="T59" fmla="*/ 813 h 8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889" h="852">
                    <a:moveTo>
                      <a:pt x="1443" y="813"/>
                    </a:moveTo>
                    <a:cubicBezTo>
                      <a:pt x="1339" y="813"/>
                      <a:pt x="1235" y="773"/>
                      <a:pt x="1156" y="694"/>
                    </a:cubicBezTo>
                    <a:cubicBezTo>
                      <a:pt x="897" y="435"/>
                      <a:pt x="897" y="435"/>
                      <a:pt x="897" y="435"/>
                    </a:cubicBezTo>
                    <a:cubicBezTo>
                      <a:pt x="637" y="175"/>
                      <a:pt x="637" y="175"/>
                      <a:pt x="637" y="175"/>
                    </a:cubicBezTo>
                    <a:cubicBezTo>
                      <a:pt x="576" y="114"/>
                      <a:pt x="494" y="80"/>
                      <a:pt x="406" y="80"/>
                    </a:cubicBezTo>
                    <a:cubicBezTo>
                      <a:pt x="319" y="80"/>
                      <a:pt x="237" y="114"/>
                      <a:pt x="175" y="175"/>
                    </a:cubicBezTo>
                    <a:cubicBezTo>
                      <a:pt x="114" y="237"/>
                      <a:pt x="80" y="319"/>
                      <a:pt x="80" y="406"/>
                    </a:cubicBezTo>
                    <a:cubicBezTo>
                      <a:pt x="80" y="494"/>
                      <a:pt x="114" y="576"/>
                      <a:pt x="175" y="637"/>
                    </a:cubicBezTo>
                    <a:cubicBezTo>
                      <a:pt x="303" y="765"/>
                      <a:pt x="510" y="765"/>
                      <a:pt x="637" y="637"/>
                    </a:cubicBezTo>
                    <a:cubicBezTo>
                      <a:pt x="830" y="444"/>
                      <a:pt x="830" y="444"/>
                      <a:pt x="830" y="444"/>
                    </a:cubicBezTo>
                    <a:cubicBezTo>
                      <a:pt x="887" y="501"/>
                      <a:pt x="887" y="501"/>
                      <a:pt x="887" y="501"/>
                    </a:cubicBezTo>
                    <a:cubicBezTo>
                      <a:pt x="694" y="694"/>
                      <a:pt x="694" y="694"/>
                      <a:pt x="694" y="694"/>
                    </a:cubicBezTo>
                    <a:cubicBezTo>
                      <a:pt x="535" y="852"/>
                      <a:pt x="277" y="852"/>
                      <a:pt x="119" y="694"/>
                    </a:cubicBezTo>
                    <a:cubicBezTo>
                      <a:pt x="42" y="617"/>
                      <a:pt x="0" y="515"/>
                      <a:pt x="0" y="406"/>
                    </a:cubicBezTo>
                    <a:cubicBezTo>
                      <a:pt x="0" y="298"/>
                      <a:pt x="42" y="196"/>
                      <a:pt x="119" y="119"/>
                    </a:cubicBezTo>
                    <a:cubicBezTo>
                      <a:pt x="196" y="42"/>
                      <a:pt x="298" y="0"/>
                      <a:pt x="406" y="0"/>
                    </a:cubicBezTo>
                    <a:cubicBezTo>
                      <a:pt x="515" y="0"/>
                      <a:pt x="617" y="42"/>
                      <a:pt x="694" y="119"/>
                    </a:cubicBezTo>
                    <a:cubicBezTo>
                      <a:pt x="953" y="378"/>
                      <a:pt x="953" y="378"/>
                      <a:pt x="953" y="378"/>
                    </a:cubicBezTo>
                    <a:cubicBezTo>
                      <a:pt x="1212" y="637"/>
                      <a:pt x="1212" y="637"/>
                      <a:pt x="1212" y="637"/>
                    </a:cubicBezTo>
                    <a:cubicBezTo>
                      <a:pt x="1340" y="765"/>
                      <a:pt x="1547" y="765"/>
                      <a:pt x="1674" y="637"/>
                    </a:cubicBezTo>
                    <a:cubicBezTo>
                      <a:pt x="1802" y="510"/>
                      <a:pt x="1802" y="303"/>
                      <a:pt x="1674" y="175"/>
                    </a:cubicBezTo>
                    <a:cubicBezTo>
                      <a:pt x="1613" y="114"/>
                      <a:pt x="1531" y="80"/>
                      <a:pt x="1443" y="80"/>
                    </a:cubicBezTo>
                    <a:cubicBezTo>
                      <a:pt x="1356" y="80"/>
                      <a:pt x="1274" y="114"/>
                      <a:pt x="1212" y="175"/>
                    </a:cubicBezTo>
                    <a:cubicBezTo>
                      <a:pt x="1018" y="370"/>
                      <a:pt x="1018" y="370"/>
                      <a:pt x="1018" y="370"/>
                    </a:cubicBezTo>
                    <a:cubicBezTo>
                      <a:pt x="961" y="313"/>
                      <a:pt x="961" y="313"/>
                      <a:pt x="961" y="313"/>
                    </a:cubicBezTo>
                    <a:cubicBezTo>
                      <a:pt x="1156" y="119"/>
                      <a:pt x="1156" y="119"/>
                      <a:pt x="1156" y="119"/>
                    </a:cubicBezTo>
                    <a:cubicBezTo>
                      <a:pt x="1233" y="42"/>
                      <a:pt x="1335" y="0"/>
                      <a:pt x="1443" y="0"/>
                    </a:cubicBezTo>
                    <a:cubicBezTo>
                      <a:pt x="1552" y="0"/>
                      <a:pt x="1654" y="42"/>
                      <a:pt x="1731" y="119"/>
                    </a:cubicBezTo>
                    <a:cubicBezTo>
                      <a:pt x="1889" y="277"/>
                      <a:pt x="1889" y="535"/>
                      <a:pt x="1731" y="694"/>
                    </a:cubicBezTo>
                    <a:cubicBezTo>
                      <a:pt x="1652" y="773"/>
                      <a:pt x="1547" y="813"/>
                      <a:pt x="1443" y="81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等线" panose="02010600030101010101" charset="-122"/>
                </a:endParaRPr>
              </a:p>
            </p:txBody>
          </p:sp>
          <p:sp>
            <p:nvSpPr>
              <p:cNvPr id="51" name="Freeform 10"/>
              <p:cNvSpPr/>
              <p:nvPr/>
            </p:nvSpPr>
            <p:spPr bwMode="auto">
              <a:xfrm>
                <a:off x="4197491" y="2993960"/>
                <a:ext cx="3718651" cy="1626372"/>
              </a:xfrm>
              <a:custGeom>
                <a:avLst/>
                <a:gdLst>
                  <a:gd name="T0" fmla="*/ 986 w 1842"/>
                  <a:gd name="T1" fmla="*/ 337 h 805"/>
                  <a:gd name="T2" fmla="*/ 1180 w 1842"/>
                  <a:gd name="T3" fmla="*/ 143 h 805"/>
                  <a:gd name="T4" fmla="*/ 1699 w 1842"/>
                  <a:gd name="T5" fmla="*/ 143 h 805"/>
                  <a:gd name="T6" fmla="*/ 1699 w 1842"/>
                  <a:gd name="T7" fmla="*/ 143 h 805"/>
                  <a:gd name="T8" fmla="*/ 1699 w 1842"/>
                  <a:gd name="T9" fmla="*/ 662 h 805"/>
                  <a:gd name="T10" fmla="*/ 1699 w 1842"/>
                  <a:gd name="T11" fmla="*/ 662 h 805"/>
                  <a:gd name="T12" fmla="*/ 1180 w 1842"/>
                  <a:gd name="T13" fmla="*/ 662 h 805"/>
                  <a:gd name="T14" fmla="*/ 921 w 1842"/>
                  <a:gd name="T15" fmla="*/ 402 h 805"/>
                  <a:gd name="T16" fmla="*/ 662 w 1842"/>
                  <a:gd name="T17" fmla="*/ 143 h 805"/>
                  <a:gd name="T18" fmla="*/ 143 w 1842"/>
                  <a:gd name="T19" fmla="*/ 143 h 805"/>
                  <a:gd name="T20" fmla="*/ 143 w 1842"/>
                  <a:gd name="T21" fmla="*/ 143 h 805"/>
                  <a:gd name="T22" fmla="*/ 143 w 1842"/>
                  <a:gd name="T23" fmla="*/ 662 h 805"/>
                  <a:gd name="T24" fmla="*/ 143 w 1842"/>
                  <a:gd name="T25" fmla="*/ 662 h 805"/>
                  <a:gd name="T26" fmla="*/ 662 w 1842"/>
                  <a:gd name="T27" fmla="*/ 662 h 805"/>
                  <a:gd name="T28" fmla="*/ 855 w 1842"/>
                  <a:gd name="T29" fmla="*/ 469 h 8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42" h="805">
                    <a:moveTo>
                      <a:pt x="986" y="337"/>
                    </a:moveTo>
                    <a:cubicBezTo>
                      <a:pt x="1180" y="143"/>
                      <a:pt x="1180" y="143"/>
                      <a:pt x="1180" y="143"/>
                    </a:cubicBezTo>
                    <a:cubicBezTo>
                      <a:pt x="1323" y="0"/>
                      <a:pt x="1555" y="0"/>
                      <a:pt x="1699" y="143"/>
                    </a:cubicBezTo>
                    <a:cubicBezTo>
                      <a:pt x="1699" y="143"/>
                      <a:pt x="1699" y="143"/>
                      <a:pt x="1699" y="143"/>
                    </a:cubicBezTo>
                    <a:cubicBezTo>
                      <a:pt x="1842" y="286"/>
                      <a:pt x="1842" y="518"/>
                      <a:pt x="1699" y="662"/>
                    </a:cubicBezTo>
                    <a:cubicBezTo>
                      <a:pt x="1699" y="662"/>
                      <a:pt x="1699" y="662"/>
                      <a:pt x="1699" y="662"/>
                    </a:cubicBezTo>
                    <a:cubicBezTo>
                      <a:pt x="1555" y="805"/>
                      <a:pt x="1323" y="805"/>
                      <a:pt x="1180" y="662"/>
                    </a:cubicBezTo>
                    <a:cubicBezTo>
                      <a:pt x="921" y="402"/>
                      <a:pt x="921" y="402"/>
                      <a:pt x="921" y="402"/>
                    </a:cubicBezTo>
                    <a:cubicBezTo>
                      <a:pt x="662" y="143"/>
                      <a:pt x="662" y="143"/>
                      <a:pt x="662" y="143"/>
                    </a:cubicBezTo>
                    <a:cubicBezTo>
                      <a:pt x="519" y="0"/>
                      <a:pt x="286" y="0"/>
                      <a:pt x="143" y="143"/>
                    </a:cubicBezTo>
                    <a:cubicBezTo>
                      <a:pt x="143" y="143"/>
                      <a:pt x="143" y="143"/>
                      <a:pt x="143" y="143"/>
                    </a:cubicBezTo>
                    <a:cubicBezTo>
                      <a:pt x="0" y="286"/>
                      <a:pt x="0" y="518"/>
                      <a:pt x="143" y="662"/>
                    </a:cubicBezTo>
                    <a:cubicBezTo>
                      <a:pt x="143" y="662"/>
                      <a:pt x="143" y="662"/>
                      <a:pt x="143" y="662"/>
                    </a:cubicBezTo>
                    <a:cubicBezTo>
                      <a:pt x="286" y="805"/>
                      <a:pt x="519" y="805"/>
                      <a:pt x="662" y="662"/>
                    </a:cubicBezTo>
                    <a:cubicBezTo>
                      <a:pt x="855" y="469"/>
                      <a:pt x="855" y="469"/>
                      <a:pt x="855" y="469"/>
                    </a:cubicBezTo>
                  </a:path>
                </a:pathLst>
              </a:custGeom>
              <a:noFill/>
              <a:ln w="12700" cap="flat">
                <a:noFill/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1pPr>
                <a:lvl2pPr marL="0" marR="0" indent="457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2pPr>
                <a:lvl3pPr marL="0" marR="0" indent="914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3pPr>
                <a:lvl4pPr marL="0" marR="0" indent="1371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4pPr>
                <a:lvl5pPr marL="0" marR="0" indent="18288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5pPr>
                <a:lvl6pPr marL="0" marR="0" indent="22860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6pPr>
                <a:lvl7pPr marL="0" marR="0" indent="27432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7pPr>
                <a:lvl8pPr marL="0" marR="0" indent="32004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8pPr>
                <a:lvl9pPr marL="0" marR="0" indent="365760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等线" panose="02010600030101010101" charset="-122"/>
                  </a:defRPr>
                </a:lvl9pPr>
              </a:lstStyle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等线" panose="02010600030101010101" charset="-122"/>
                </a:endParaRPr>
              </a:p>
            </p:txBody>
          </p:sp>
        </p:grpSp>
        <p:sp>
          <p:nvSpPr>
            <p:cNvPr id="38" name="Oval 11"/>
            <p:cNvSpPr>
              <a:spLocks noChangeArrowheads="1"/>
            </p:cNvSpPr>
            <p:nvPr/>
          </p:nvSpPr>
          <p:spPr bwMode="auto">
            <a:xfrm>
              <a:off x="9025023" y="1895283"/>
              <a:ext cx="1552548" cy="1552544"/>
            </a:xfrm>
            <a:prstGeom prst="ellipse">
              <a:avLst/>
            </a:prstGeom>
            <a:solidFill>
              <a:srgbClr val="00219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1pPr>
              <a:lvl2pPr marL="0" marR="0" indent="457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2pPr>
              <a:lvl3pPr marL="0" marR="0" indent="914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3pPr>
              <a:lvl4pPr marL="0" marR="0" indent="1371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4pPr>
              <a:lvl5pPr marL="0" marR="0" indent="18288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5pPr>
              <a:lvl6pPr marL="0" marR="0" indent="22860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6pPr>
              <a:lvl7pPr marL="0" marR="0" indent="2743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7pPr>
              <a:lvl8pPr marL="0" marR="0" indent="3200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8pPr>
              <a:lvl9pPr marL="0" marR="0" indent="3657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9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39" name="Oval 12"/>
            <p:cNvSpPr>
              <a:spLocks noChangeArrowheads="1"/>
            </p:cNvSpPr>
            <p:nvPr/>
          </p:nvSpPr>
          <p:spPr bwMode="auto">
            <a:xfrm>
              <a:off x="9025023" y="4542572"/>
              <a:ext cx="1552548" cy="1546453"/>
            </a:xfrm>
            <a:prstGeom prst="ellipse">
              <a:avLst/>
            </a:prstGeom>
            <a:solidFill>
              <a:srgbClr val="0000E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1pPr>
              <a:lvl2pPr marL="0" marR="0" indent="457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2pPr>
              <a:lvl3pPr marL="0" marR="0" indent="914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3pPr>
              <a:lvl4pPr marL="0" marR="0" indent="1371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4pPr>
              <a:lvl5pPr marL="0" marR="0" indent="18288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5pPr>
              <a:lvl6pPr marL="0" marR="0" indent="22860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6pPr>
              <a:lvl7pPr marL="0" marR="0" indent="2743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7pPr>
              <a:lvl8pPr marL="0" marR="0" indent="3200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8pPr>
              <a:lvl9pPr marL="0" marR="0" indent="3657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9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41" name="Oval 13"/>
            <p:cNvSpPr>
              <a:spLocks noChangeArrowheads="1"/>
            </p:cNvSpPr>
            <p:nvPr/>
          </p:nvSpPr>
          <p:spPr bwMode="auto">
            <a:xfrm>
              <a:off x="14078080" y="1895283"/>
              <a:ext cx="1546460" cy="1552544"/>
            </a:xfrm>
            <a:prstGeom prst="ellipse">
              <a:avLst/>
            </a:prstGeom>
            <a:solidFill>
              <a:srgbClr val="3171F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1pPr>
              <a:lvl2pPr marL="0" marR="0" indent="457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2pPr>
              <a:lvl3pPr marL="0" marR="0" indent="914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3pPr>
              <a:lvl4pPr marL="0" marR="0" indent="1371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4pPr>
              <a:lvl5pPr marL="0" marR="0" indent="18288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5pPr>
              <a:lvl6pPr marL="0" marR="0" indent="22860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6pPr>
              <a:lvl7pPr marL="0" marR="0" indent="2743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7pPr>
              <a:lvl8pPr marL="0" marR="0" indent="3200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8pPr>
              <a:lvl9pPr marL="0" marR="0" indent="3657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9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等线" panose="02010600030101010101" charset="-122"/>
              </a:endParaRPr>
            </a:p>
          </p:txBody>
        </p:sp>
        <p:sp>
          <p:nvSpPr>
            <p:cNvPr id="42" name="Oval 14"/>
            <p:cNvSpPr>
              <a:spLocks noChangeArrowheads="1"/>
            </p:cNvSpPr>
            <p:nvPr/>
          </p:nvSpPr>
          <p:spPr bwMode="auto">
            <a:xfrm>
              <a:off x="14069191" y="4542573"/>
              <a:ext cx="1546460" cy="154645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1pPr>
              <a:lvl2pPr marL="0" marR="0" indent="457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2pPr>
              <a:lvl3pPr marL="0" marR="0" indent="914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3pPr>
              <a:lvl4pPr marL="0" marR="0" indent="1371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4pPr>
              <a:lvl5pPr marL="0" marR="0" indent="18288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5pPr>
              <a:lvl6pPr marL="0" marR="0" indent="22860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6pPr>
              <a:lvl7pPr marL="0" marR="0" indent="2743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7pPr>
              <a:lvl8pPr marL="0" marR="0" indent="3200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8pPr>
              <a:lvl9pPr marL="0" marR="0" indent="3657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 panose="02010600030101010101" charset="-122"/>
                </a:defRPr>
              </a:lvl9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等线" panose="02010600030101010101" charset="-122"/>
              </a:endParaRPr>
            </a:p>
          </p:txBody>
        </p:sp>
      </p:grpSp>
      <p:sp>
        <p:nvSpPr>
          <p:cNvPr id="52" name="文本占位符 4"/>
          <p:cNvSpPr>
            <a:spLocks noGrp="1"/>
          </p:cNvSpPr>
          <p:nvPr>
            <p:ph type="body" sz="quarter" idx="37"/>
          </p:nvPr>
        </p:nvSpPr>
        <p:spPr>
          <a:xfrm>
            <a:off x="3714955" y="2560506"/>
            <a:ext cx="1351082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3" name="文本占位符 4"/>
          <p:cNvSpPr>
            <a:spLocks noGrp="1"/>
          </p:cNvSpPr>
          <p:nvPr>
            <p:ph type="body" sz="quarter" idx="43"/>
          </p:nvPr>
        </p:nvSpPr>
        <p:spPr>
          <a:xfrm>
            <a:off x="7111298" y="2560506"/>
            <a:ext cx="1351082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4" name="文本占位符 4"/>
          <p:cNvSpPr>
            <a:spLocks noGrp="1"/>
          </p:cNvSpPr>
          <p:nvPr>
            <p:ph type="body" sz="quarter" idx="44"/>
          </p:nvPr>
        </p:nvSpPr>
        <p:spPr>
          <a:xfrm>
            <a:off x="3714955" y="4323991"/>
            <a:ext cx="1351082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5" name="文本占位符 4"/>
          <p:cNvSpPr>
            <a:spLocks noGrp="1"/>
          </p:cNvSpPr>
          <p:nvPr>
            <p:ph type="body" sz="quarter" idx="45"/>
          </p:nvPr>
        </p:nvSpPr>
        <p:spPr>
          <a:xfrm>
            <a:off x="7111298" y="4323991"/>
            <a:ext cx="1351082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7" name="文本占位符 4"/>
          <p:cNvSpPr>
            <a:spLocks noGrp="1"/>
          </p:cNvSpPr>
          <p:nvPr>
            <p:ph type="body" sz="quarter" idx="46"/>
          </p:nvPr>
        </p:nvSpPr>
        <p:spPr>
          <a:xfrm>
            <a:off x="825500" y="2432699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8" name="文本占位符 4"/>
          <p:cNvSpPr>
            <a:spLocks noGrp="1"/>
          </p:cNvSpPr>
          <p:nvPr>
            <p:ph type="body" sz="quarter" idx="47"/>
          </p:nvPr>
        </p:nvSpPr>
        <p:spPr>
          <a:xfrm>
            <a:off x="825500" y="2789552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9" name="文本占位符 4"/>
          <p:cNvSpPr>
            <a:spLocks noGrp="1"/>
          </p:cNvSpPr>
          <p:nvPr>
            <p:ph type="body" sz="quarter" idx="48"/>
          </p:nvPr>
        </p:nvSpPr>
        <p:spPr>
          <a:xfrm>
            <a:off x="8758893" y="2432699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0" name="文本占位符 4"/>
          <p:cNvSpPr>
            <a:spLocks noGrp="1"/>
          </p:cNvSpPr>
          <p:nvPr>
            <p:ph type="body" sz="quarter" idx="49"/>
          </p:nvPr>
        </p:nvSpPr>
        <p:spPr>
          <a:xfrm>
            <a:off x="8758893" y="2789552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循环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4489968" y="2359185"/>
            <a:ext cx="3199387" cy="3199387"/>
            <a:chOff x="4600274" y="2359185"/>
            <a:chExt cx="3199387" cy="3199387"/>
          </a:xfrm>
        </p:grpSpPr>
        <p:sp>
          <p:nvSpPr>
            <p:cNvPr id="24" name="Freeform 1350"/>
            <p:cNvSpPr/>
            <p:nvPr userDrawn="1"/>
          </p:nvSpPr>
          <p:spPr bwMode="auto">
            <a:xfrm>
              <a:off x="5473916" y="2359185"/>
              <a:ext cx="1435440" cy="1183107"/>
            </a:xfrm>
            <a:custGeom>
              <a:avLst/>
              <a:gdLst>
                <a:gd name="T0" fmla="*/ 217 w 603"/>
                <a:gd name="T1" fmla="*/ 478 h 497"/>
                <a:gd name="T2" fmla="*/ 290 w 603"/>
                <a:gd name="T3" fmla="*/ 405 h 497"/>
                <a:gd name="T4" fmla="*/ 147 w 603"/>
                <a:gd name="T5" fmla="*/ 262 h 497"/>
                <a:gd name="T6" fmla="*/ 0 w 603"/>
                <a:gd name="T7" fmla="*/ 262 h 497"/>
                <a:gd name="T8" fmla="*/ 221 w 603"/>
                <a:gd name="T9" fmla="*/ 41 h 497"/>
                <a:gd name="T10" fmla="*/ 368 w 603"/>
                <a:gd name="T11" fmla="*/ 41 h 497"/>
                <a:gd name="T12" fmla="*/ 511 w 603"/>
                <a:gd name="T13" fmla="*/ 184 h 497"/>
                <a:gd name="T14" fmla="*/ 585 w 603"/>
                <a:gd name="T15" fmla="*/ 110 h 497"/>
                <a:gd name="T16" fmla="*/ 603 w 603"/>
                <a:gd name="T17" fmla="*/ 497 h 497"/>
                <a:gd name="T18" fmla="*/ 217 w 603"/>
                <a:gd name="T19" fmla="*/ 478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3" h="497">
                  <a:moveTo>
                    <a:pt x="217" y="478"/>
                  </a:moveTo>
                  <a:cubicBezTo>
                    <a:pt x="290" y="405"/>
                    <a:pt x="290" y="405"/>
                    <a:pt x="290" y="405"/>
                  </a:cubicBezTo>
                  <a:cubicBezTo>
                    <a:pt x="147" y="262"/>
                    <a:pt x="147" y="262"/>
                    <a:pt x="147" y="262"/>
                  </a:cubicBezTo>
                  <a:cubicBezTo>
                    <a:pt x="107" y="221"/>
                    <a:pt x="41" y="221"/>
                    <a:pt x="0" y="262"/>
                  </a:cubicBezTo>
                  <a:cubicBezTo>
                    <a:pt x="221" y="41"/>
                    <a:pt x="221" y="41"/>
                    <a:pt x="221" y="41"/>
                  </a:cubicBezTo>
                  <a:cubicBezTo>
                    <a:pt x="262" y="0"/>
                    <a:pt x="328" y="0"/>
                    <a:pt x="368" y="41"/>
                  </a:cubicBezTo>
                  <a:cubicBezTo>
                    <a:pt x="511" y="184"/>
                    <a:pt x="511" y="184"/>
                    <a:pt x="511" y="184"/>
                  </a:cubicBezTo>
                  <a:cubicBezTo>
                    <a:pt x="585" y="110"/>
                    <a:pt x="585" y="110"/>
                    <a:pt x="585" y="110"/>
                  </a:cubicBezTo>
                  <a:cubicBezTo>
                    <a:pt x="603" y="497"/>
                    <a:pt x="603" y="497"/>
                    <a:pt x="603" y="497"/>
                  </a:cubicBezTo>
                  <a:lnTo>
                    <a:pt x="217" y="478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68559" tIns="34279" rIns="68559" bIns="34279" numCol="1" anchor="t" anchorCtr="0" compatLnSpc="1"/>
            <a:lstStyle/>
            <a:p>
              <a:pPr defTabSz="685800">
                <a:defRPr/>
              </a:pPr>
              <a:endParaRPr lang="en-US" sz="1350" kern="0" spc="-23" dirty="0">
                <a:latin typeface="方正兰亭超细黑简体" panose="02000000000000000000" pitchFamily="2" charset="-122"/>
                <a:ea typeface="方正兰亭超细黑简体" panose="02000000000000000000" pitchFamily="2" charset="-122"/>
              </a:endParaRPr>
            </a:p>
          </p:txBody>
        </p:sp>
        <p:sp>
          <p:nvSpPr>
            <p:cNvPr id="29" name="Freeform 1351"/>
            <p:cNvSpPr/>
            <p:nvPr userDrawn="1"/>
          </p:nvSpPr>
          <p:spPr bwMode="auto">
            <a:xfrm>
              <a:off x="6618935" y="3232827"/>
              <a:ext cx="1180726" cy="1435440"/>
            </a:xfrm>
            <a:custGeom>
              <a:avLst/>
              <a:gdLst>
                <a:gd name="T0" fmla="*/ 18 w 496"/>
                <a:gd name="T1" fmla="*/ 217 h 603"/>
                <a:gd name="T2" fmla="*/ 92 w 496"/>
                <a:gd name="T3" fmla="*/ 291 h 603"/>
                <a:gd name="T4" fmla="*/ 235 w 496"/>
                <a:gd name="T5" fmla="*/ 148 h 603"/>
                <a:gd name="T6" fmla="*/ 234 w 496"/>
                <a:gd name="T7" fmla="*/ 0 h 603"/>
                <a:gd name="T8" fmla="*/ 455 w 496"/>
                <a:gd name="T9" fmla="*/ 221 h 603"/>
                <a:gd name="T10" fmla="*/ 455 w 496"/>
                <a:gd name="T11" fmla="*/ 368 h 603"/>
                <a:gd name="T12" fmla="*/ 312 w 496"/>
                <a:gd name="T13" fmla="*/ 511 h 603"/>
                <a:gd name="T14" fmla="*/ 386 w 496"/>
                <a:gd name="T15" fmla="*/ 585 h 603"/>
                <a:gd name="T16" fmla="*/ 0 w 496"/>
                <a:gd name="T17" fmla="*/ 603 h 603"/>
                <a:gd name="T18" fmla="*/ 18 w 496"/>
                <a:gd name="T19" fmla="*/ 217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6" h="603">
                  <a:moveTo>
                    <a:pt x="18" y="217"/>
                  </a:moveTo>
                  <a:cubicBezTo>
                    <a:pt x="92" y="291"/>
                    <a:pt x="92" y="291"/>
                    <a:pt x="92" y="291"/>
                  </a:cubicBezTo>
                  <a:cubicBezTo>
                    <a:pt x="235" y="148"/>
                    <a:pt x="235" y="148"/>
                    <a:pt x="235" y="148"/>
                  </a:cubicBezTo>
                  <a:cubicBezTo>
                    <a:pt x="275" y="107"/>
                    <a:pt x="275" y="41"/>
                    <a:pt x="234" y="0"/>
                  </a:cubicBezTo>
                  <a:cubicBezTo>
                    <a:pt x="455" y="221"/>
                    <a:pt x="455" y="221"/>
                    <a:pt x="455" y="221"/>
                  </a:cubicBezTo>
                  <a:cubicBezTo>
                    <a:pt x="496" y="262"/>
                    <a:pt x="496" y="328"/>
                    <a:pt x="455" y="368"/>
                  </a:cubicBezTo>
                  <a:cubicBezTo>
                    <a:pt x="312" y="511"/>
                    <a:pt x="312" y="511"/>
                    <a:pt x="312" y="511"/>
                  </a:cubicBezTo>
                  <a:cubicBezTo>
                    <a:pt x="386" y="585"/>
                    <a:pt x="386" y="585"/>
                    <a:pt x="386" y="585"/>
                  </a:cubicBezTo>
                  <a:cubicBezTo>
                    <a:pt x="0" y="603"/>
                    <a:pt x="0" y="603"/>
                    <a:pt x="0" y="603"/>
                  </a:cubicBezTo>
                  <a:lnTo>
                    <a:pt x="18" y="217"/>
                  </a:lnTo>
                  <a:close/>
                </a:path>
              </a:pathLst>
            </a:custGeom>
            <a:solidFill>
              <a:srgbClr val="3271F5"/>
            </a:solidFill>
            <a:ln>
              <a:noFill/>
            </a:ln>
          </p:spPr>
          <p:txBody>
            <a:bodyPr vert="horz" wrap="square" lIns="68559" tIns="34279" rIns="68559" bIns="34279" numCol="1" anchor="t" anchorCtr="0" compatLnSpc="1"/>
            <a:lstStyle/>
            <a:p>
              <a:pPr defTabSz="685800">
                <a:defRPr/>
              </a:pPr>
              <a:endParaRPr lang="en-US" sz="1350" kern="0" spc="-23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Freeform 1352"/>
            <p:cNvSpPr/>
            <p:nvPr userDrawn="1"/>
          </p:nvSpPr>
          <p:spPr bwMode="auto">
            <a:xfrm>
              <a:off x="5490579" y="4377846"/>
              <a:ext cx="1435440" cy="1180726"/>
            </a:xfrm>
            <a:custGeom>
              <a:avLst/>
              <a:gdLst>
                <a:gd name="T0" fmla="*/ 386 w 603"/>
                <a:gd name="T1" fmla="*/ 18 h 496"/>
                <a:gd name="T2" fmla="*/ 313 w 603"/>
                <a:gd name="T3" fmla="*/ 92 h 496"/>
                <a:gd name="T4" fmla="*/ 456 w 603"/>
                <a:gd name="T5" fmla="*/ 235 h 496"/>
                <a:gd name="T6" fmla="*/ 603 w 603"/>
                <a:gd name="T7" fmla="*/ 235 h 496"/>
                <a:gd name="T8" fmla="*/ 382 w 603"/>
                <a:gd name="T9" fmla="*/ 455 h 496"/>
                <a:gd name="T10" fmla="*/ 235 w 603"/>
                <a:gd name="T11" fmla="*/ 455 h 496"/>
                <a:gd name="T12" fmla="*/ 92 w 603"/>
                <a:gd name="T13" fmla="*/ 312 h 496"/>
                <a:gd name="T14" fmla="*/ 18 w 603"/>
                <a:gd name="T15" fmla="*/ 386 h 496"/>
                <a:gd name="T16" fmla="*/ 0 w 603"/>
                <a:gd name="T17" fmla="*/ 0 h 496"/>
                <a:gd name="T18" fmla="*/ 386 w 603"/>
                <a:gd name="T19" fmla="*/ 18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3" h="496">
                  <a:moveTo>
                    <a:pt x="386" y="18"/>
                  </a:moveTo>
                  <a:cubicBezTo>
                    <a:pt x="313" y="92"/>
                    <a:pt x="313" y="92"/>
                    <a:pt x="313" y="92"/>
                  </a:cubicBezTo>
                  <a:cubicBezTo>
                    <a:pt x="456" y="235"/>
                    <a:pt x="456" y="235"/>
                    <a:pt x="456" y="235"/>
                  </a:cubicBezTo>
                  <a:cubicBezTo>
                    <a:pt x="496" y="275"/>
                    <a:pt x="562" y="275"/>
                    <a:pt x="603" y="235"/>
                  </a:cubicBezTo>
                  <a:cubicBezTo>
                    <a:pt x="382" y="455"/>
                    <a:pt x="382" y="455"/>
                    <a:pt x="382" y="455"/>
                  </a:cubicBezTo>
                  <a:cubicBezTo>
                    <a:pt x="341" y="496"/>
                    <a:pt x="275" y="496"/>
                    <a:pt x="235" y="455"/>
                  </a:cubicBezTo>
                  <a:cubicBezTo>
                    <a:pt x="92" y="312"/>
                    <a:pt x="92" y="312"/>
                    <a:pt x="92" y="312"/>
                  </a:cubicBezTo>
                  <a:cubicBezTo>
                    <a:pt x="18" y="386"/>
                    <a:pt x="18" y="386"/>
                    <a:pt x="18" y="38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86" y="18"/>
                  </a:lnTo>
                  <a:close/>
                </a:path>
              </a:pathLst>
            </a:custGeom>
            <a:solidFill>
              <a:srgbClr val="0301E0"/>
            </a:solidFill>
            <a:ln>
              <a:noFill/>
            </a:ln>
          </p:spPr>
          <p:txBody>
            <a:bodyPr vert="horz" wrap="square" lIns="68559" tIns="34279" rIns="68559" bIns="34279" numCol="1" anchor="t" anchorCtr="0" compatLnSpc="1"/>
            <a:lstStyle/>
            <a:p>
              <a:pPr defTabSz="685800">
                <a:defRPr/>
              </a:pPr>
              <a:endParaRPr lang="en-US" sz="1350" kern="0" spc="-23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1353"/>
            <p:cNvSpPr/>
            <p:nvPr userDrawn="1"/>
          </p:nvSpPr>
          <p:spPr bwMode="auto">
            <a:xfrm>
              <a:off x="4600274" y="3249491"/>
              <a:ext cx="1180726" cy="1435440"/>
            </a:xfrm>
            <a:custGeom>
              <a:avLst/>
              <a:gdLst>
                <a:gd name="T0" fmla="*/ 478 w 496"/>
                <a:gd name="T1" fmla="*/ 386 h 603"/>
                <a:gd name="T2" fmla="*/ 404 w 496"/>
                <a:gd name="T3" fmla="*/ 313 h 603"/>
                <a:gd name="T4" fmla="*/ 261 w 496"/>
                <a:gd name="T5" fmla="*/ 456 h 603"/>
                <a:gd name="T6" fmla="*/ 262 w 496"/>
                <a:gd name="T7" fmla="*/ 603 h 603"/>
                <a:gd name="T8" fmla="*/ 41 w 496"/>
                <a:gd name="T9" fmla="*/ 382 h 603"/>
                <a:gd name="T10" fmla="*/ 41 w 496"/>
                <a:gd name="T11" fmla="*/ 235 h 603"/>
                <a:gd name="T12" fmla="*/ 184 w 496"/>
                <a:gd name="T13" fmla="*/ 92 h 603"/>
                <a:gd name="T14" fmla="*/ 110 w 496"/>
                <a:gd name="T15" fmla="*/ 18 h 603"/>
                <a:gd name="T16" fmla="*/ 496 w 496"/>
                <a:gd name="T17" fmla="*/ 0 h 603"/>
                <a:gd name="T18" fmla="*/ 478 w 496"/>
                <a:gd name="T19" fmla="*/ 386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6" h="603">
                  <a:moveTo>
                    <a:pt x="478" y="386"/>
                  </a:moveTo>
                  <a:cubicBezTo>
                    <a:pt x="404" y="313"/>
                    <a:pt x="404" y="313"/>
                    <a:pt x="404" y="313"/>
                  </a:cubicBezTo>
                  <a:cubicBezTo>
                    <a:pt x="261" y="456"/>
                    <a:pt x="261" y="456"/>
                    <a:pt x="261" y="456"/>
                  </a:cubicBezTo>
                  <a:cubicBezTo>
                    <a:pt x="221" y="496"/>
                    <a:pt x="221" y="562"/>
                    <a:pt x="262" y="603"/>
                  </a:cubicBezTo>
                  <a:cubicBezTo>
                    <a:pt x="41" y="382"/>
                    <a:pt x="41" y="382"/>
                    <a:pt x="41" y="382"/>
                  </a:cubicBezTo>
                  <a:cubicBezTo>
                    <a:pt x="0" y="341"/>
                    <a:pt x="0" y="275"/>
                    <a:pt x="41" y="235"/>
                  </a:cubicBezTo>
                  <a:cubicBezTo>
                    <a:pt x="184" y="92"/>
                    <a:pt x="184" y="92"/>
                    <a:pt x="184" y="92"/>
                  </a:cubicBezTo>
                  <a:cubicBezTo>
                    <a:pt x="110" y="18"/>
                    <a:pt x="110" y="18"/>
                    <a:pt x="110" y="18"/>
                  </a:cubicBezTo>
                  <a:cubicBezTo>
                    <a:pt x="496" y="0"/>
                    <a:pt x="496" y="0"/>
                    <a:pt x="496" y="0"/>
                  </a:cubicBezTo>
                  <a:lnTo>
                    <a:pt x="478" y="386"/>
                  </a:lnTo>
                  <a:close/>
                </a:path>
              </a:pathLst>
            </a:custGeom>
            <a:solidFill>
              <a:srgbClr val="00219D"/>
            </a:solidFill>
            <a:ln>
              <a:noFill/>
            </a:ln>
          </p:spPr>
          <p:txBody>
            <a:bodyPr vert="horz" wrap="square" lIns="68559" tIns="34279" rIns="68559" bIns="34279" numCol="1" anchor="t" anchorCtr="0" compatLnSpc="1"/>
            <a:lstStyle/>
            <a:p>
              <a:pPr defTabSz="685800">
                <a:defRPr/>
              </a:pPr>
              <a:endParaRPr lang="en-US" sz="1350" kern="0" spc="-23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标题文本"/>
          <p:cNvSpPr txBox="1">
            <a:spLocks noGrp="1"/>
          </p:cNvSpPr>
          <p:nvPr userDrawn="1"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6" name="矩形 2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 userDrawn="1"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8" name="文本占位符 4"/>
          <p:cNvSpPr>
            <a:spLocks noGrp="1"/>
          </p:cNvSpPr>
          <p:nvPr userDrawn="1">
            <p:ph type="body" sz="quarter" idx="37"/>
          </p:nvPr>
        </p:nvSpPr>
        <p:spPr>
          <a:xfrm rot="2700000">
            <a:off x="5328919" y="2820412"/>
            <a:ext cx="1828571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0" name="文本占位符 4"/>
          <p:cNvSpPr>
            <a:spLocks noGrp="1"/>
          </p:cNvSpPr>
          <p:nvPr userDrawn="1">
            <p:ph type="body" sz="quarter" idx="39"/>
          </p:nvPr>
        </p:nvSpPr>
        <p:spPr>
          <a:xfrm>
            <a:off x="919137" y="3599587"/>
            <a:ext cx="3199387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0034A7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" name="文本占位符 4"/>
          <p:cNvSpPr>
            <a:spLocks noGrp="1"/>
          </p:cNvSpPr>
          <p:nvPr userDrawn="1">
            <p:ph type="body" sz="quarter" idx="40"/>
          </p:nvPr>
        </p:nvSpPr>
        <p:spPr>
          <a:xfrm>
            <a:off x="919137" y="3956440"/>
            <a:ext cx="3199387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 userDrawn="1">
            <p:ph type="body" sz="quarter" idx="41"/>
          </p:nvPr>
        </p:nvSpPr>
        <p:spPr>
          <a:xfrm>
            <a:off x="8111413" y="3599587"/>
            <a:ext cx="3199387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 userDrawn="1">
            <p:ph type="body" sz="quarter" idx="42"/>
          </p:nvPr>
        </p:nvSpPr>
        <p:spPr>
          <a:xfrm>
            <a:off x="8111413" y="3956440"/>
            <a:ext cx="3199387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0" name="文本占位符 4"/>
          <p:cNvSpPr>
            <a:spLocks noGrp="1"/>
          </p:cNvSpPr>
          <p:nvPr userDrawn="1">
            <p:ph type="body" sz="quarter" idx="43"/>
          </p:nvPr>
        </p:nvSpPr>
        <p:spPr>
          <a:xfrm>
            <a:off x="4489969" y="1955876"/>
            <a:ext cx="3199386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0070C0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7" name="文本占位符 4"/>
          <p:cNvSpPr>
            <a:spLocks noGrp="1"/>
          </p:cNvSpPr>
          <p:nvPr userDrawn="1">
            <p:ph type="body" sz="quarter" idx="44"/>
          </p:nvPr>
        </p:nvSpPr>
        <p:spPr>
          <a:xfrm>
            <a:off x="4489969" y="1451511"/>
            <a:ext cx="3199386" cy="48183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3" name="文本占位符 4"/>
          <p:cNvSpPr>
            <a:spLocks noGrp="1"/>
          </p:cNvSpPr>
          <p:nvPr>
            <p:ph type="body" sz="quarter" idx="45"/>
          </p:nvPr>
        </p:nvSpPr>
        <p:spPr>
          <a:xfrm rot="2700000">
            <a:off x="5056018" y="4730283"/>
            <a:ext cx="1828571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4" name="文本占位符 4"/>
          <p:cNvSpPr>
            <a:spLocks noGrp="1"/>
          </p:cNvSpPr>
          <p:nvPr>
            <p:ph type="body" sz="quarter" idx="46"/>
          </p:nvPr>
        </p:nvSpPr>
        <p:spPr>
          <a:xfrm rot="18900000">
            <a:off x="6099622" y="3941266"/>
            <a:ext cx="1828571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7" name="文本占位符 4"/>
          <p:cNvSpPr>
            <a:spLocks noGrp="1"/>
          </p:cNvSpPr>
          <p:nvPr>
            <p:ph type="body" sz="quarter" idx="47"/>
          </p:nvPr>
        </p:nvSpPr>
        <p:spPr>
          <a:xfrm rot="18900000">
            <a:off x="4233752" y="3582920"/>
            <a:ext cx="1828571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8" name="文本占位符 4"/>
          <p:cNvSpPr>
            <a:spLocks noGrp="1"/>
          </p:cNvSpPr>
          <p:nvPr>
            <p:ph type="body" sz="quarter" idx="48"/>
          </p:nvPr>
        </p:nvSpPr>
        <p:spPr>
          <a:xfrm>
            <a:off x="4489969" y="5554057"/>
            <a:ext cx="3199386" cy="34469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0000E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9" name="文本占位符 4"/>
          <p:cNvSpPr>
            <a:spLocks noGrp="1"/>
          </p:cNvSpPr>
          <p:nvPr>
            <p:ph type="body" sz="quarter" idx="49"/>
          </p:nvPr>
        </p:nvSpPr>
        <p:spPr>
          <a:xfrm>
            <a:off x="4489969" y="5910910"/>
            <a:ext cx="3199386" cy="481833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 userDrawn="1"/>
        </p:nvGrpSpPr>
        <p:grpSpPr>
          <a:xfrm>
            <a:off x="3792299" y="2805929"/>
            <a:ext cx="5711512" cy="3129243"/>
            <a:chOff x="4493810" y="2546312"/>
            <a:chExt cx="3926297" cy="2603760"/>
          </a:xfrm>
        </p:grpSpPr>
        <p:sp>
          <p:nvSpPr>
            <p:cNvPr id="37" name="椭圆​​ 9"/>
            <p:cNvSpPr>
              <a:spLocks noChangeArrowheads="1"/>
            </p:cNvSpPr>
            <p:nvPr/>
          </p:nvSpPr>
          <p:spPr bwMode="auto">
            <a:xfrm>
              <a:off x="4493810" y="4393861"/>
              <a:ext cx="3926297" cy="756211"/>
            </a:xfrm>
            <a:prstGeom prst="ellipse">
              <a:avLst/>
            </a:prstGeom>
            <a:solidFill>
              <a:srgbClr val="FFFFFF"/>
            </a:solidFill>
            <a:ln w="25400">
              <a:noFill/>
              <a:miter lim="800000"/>
            </a:ln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grpSp>
          <p:nvGrpSpPr>
            <p:cNvPr id="38" name="Group 11"/>
            <p:cNvGrpSpPr/>
            <p:nvPr/>
          </p:nvGrpSpPr>
          <p:grpSpPr bwMode="auto">
            <a:xfrm>
              <a:off x="4760857" y="2546312"/>
              <a:ext cx="1637265" cy="2413621"/>
              <a:chOff x="0" y="0"/>
              <a:chExt cx="1788844" cy="2930801"/>
            </a:xfrm>
            <a:solidFill>
              <a:srgbClr val="5D7E8E"/>
            </a:solidFill>
          </p:grpSpPr>
          <p:sp>
            <p:nvSpPr>
              <p:cNvPr id="63" name="椭圆​​ 11"/>
              <p:cNvSpPr>
                <a:spLocks noChangeArrowheads="1"/>
              </p:cNvSpPr>
              <p:nvPr/>
            </p:nvSpPr>
            <p:spPr bwMode="auto">
              <a:xfrm>
                <a:off x="567469" y="2837451"/>
                <a:ext cx="1221375" cy="93350"/>
              </a:xfrm>
              <a:prstGeom prst="ellipse">
                <a:avLst/>
              </a:prstGeom>
              <a:solidFill>
                <a:srgbClr val="00219D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charset="-122"/>
                  <a:cs typeface="+mn-cs"/>
                  <a:sym typeface="宋体" panose="02010600030101010101" pitchFamily="2" charset="-122"/>
                </a:endParaRPr>
              </a:p>
            </p:txBody>
          </p:sp>
          <p:grpSp>
            <p:nvGrpSpPr>
              <p:cNvPr id="64" name="Group 13"/>
              <p:cNvGrpSpPr/>
              <p:nvPr/>
            </p:nvGrpSpPr>
            <p:grpSpPr bwMode="auto">
              <a:xfrm>
                <a:off x="0" y="0"/>
                <a:ext cx="1761068" cy="2874428"/>
                <a:chOff x="0" y="0"/>
                <a:chExt cx="1761068" cy="2874428"/>
              </a:xfrm>
              <a:grpFill/>
            </p:grpSpPr>
            <p:sp>
              <p:nvSpPr>
                <p:cNvPr id="65" name="椭圆​​ 2"/>
                <p:cNvSpPr>
                  <a:spLocks noChangeArrowheads="1"/>
                </p:cNvSpPr>
                <p:nvPr/>
              </p:nvSpPr>
              <p:spPr bwMode="auto">
                <a:xfrm rot="3835836">
                  <a:off x="-618403" y="618403"/>
                  <a:ext cx="2874428" cy="1637622"/>
                </a:xfrm>
                <a:custGeom>
                  <a:avLst/>
                  <a:gdLst>
                    <a:gd name="T0" fmla="*/ 84171 w 3744416"/>
                    <a:gd name="T1" fmla="*/ 639414 h 2134150"/>
                    <a:gd name="T2" fmla="*/ 714046 w 3744416"/>
                    <a:gd name="T3" fmla="*/ 77920 h 2134150"/>
                    <a:gd name="T4" fmla="*/ 329830 w 3744416"/>
                    <a:gd name="T5" fmla="*/ 704482 h 2134150"/>
                    <a:gd name="T6" fmla="*/ 1843407 w 3744416"/>
                    <a:gd name="T7" fmla="*/ 1647896 h 2134150"/>
                    <a:gd name="T8" fmla="*/ 3356984 w 3744416"/>
                    <a:gd name="T9" fmla="*/ 704483 h 2134150"/>
                    <a:gd name="T10" fmla="*/ 2847667 w 3744416"/>
                    <a:gd name="T11" fmla="*/ 0 h 2134150"/>
                    <a:gd name="T12" fmla="*/ 3744416 w 3744416"/>
                    <a:gd name="T13" fmla="*/ 982022 h 2134150"/>
                    <a:gd name="T14" fmla="*/ 1872208 w 3744416"/>
                    <a:gd name="T15" fmla="*/ 2134150 h 2134150"/>
                    <a:gd name="T16" fmla="*/ 0 w 3744416"/>
                    <a:gd name="T17" fmla="*/ 982022 h 2134150"/>
                    <a:gd name="T18" fmla="*/ 84171 w 3744416"/>
                    <a:gd name="T19" fmla="*/ 639414 h 213415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744416"/>
                    <a:gd name="T31" fmla="*/ 0 h 2134150"/>
                    <a:gd name="T32" fmla="*/ 3744416 w 3744416"/>
                    <a:gd name="T33" fmla="*/ 2134150 h 213415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744416" h="2134150">
                      <a:moveTo>
                        <a:pt x="84171" y="639414"/>
                      </a:moveTo>
                      <a:cubicBezTo>
                        <a:pt x="197779" y="414638"/>
                        <a:pt x="420227" y="219371"/>
                        <a:pt x="714046" y="77920"/>
                      </a:cubicBezTo>
                      <a:cubicBezTo>
                        <a:pt x="474787" y="243624"/>
                        <a:pt x="329830" y="463502"/>
                        <a:pt x="329830" y="704482"/>
                      </a:cubicBezTo>
                      <a:cubicBezTo>
                        <a:pt x="329830" y="1225515"/>
                        <a:pt x="1007482" y="1647896"/>
                        <a:pt x="1843407" y="1647896"/>
                      </a:cubicBezTo>
                      <a:cubicBezTo>
                        <a:pt x="2679332" y="1647897"/>
                        <a:pt x="3356984" y="1225515"/>
                        <a:pt x="3356984" y="704483"/>
                      </a:cubicBezTo>
                      <a:cubicBezTo>
                        <a:pt x="3356984" y="423811"/>
                        <a:pt x="3160343" y="171766"/>
                        <a:pt x="2847667" y="0"/>
                      </a:cubicBezTo>
                      <a:cubicBezTo>
                        <a:pt x="3385726" y="201094"/>
                        <a:pt x="3744416" y="565780"/>
                        <a:pt x="3744416" y="982022"/>
                      </a:cubicBezTo>
                      <a:cubicBezTo>
                        <a:pt x="3744416" y="1618325"/>
                        <a:pt x="2906200" y="2134150"/>
                        <a:pt x="1872208" y="2134150"/>
                      </a:cubicBezTo>
                      <a:cubicBezTo>
                        <a:pt x="838216" y="2134150"/>
                        <a:pt x="0" y="1618325"/>
                        <a:pt x="0" y="982022"/>
                      </a:cubicBezTo>
                      <a:cubicBezTo>
                        <a:pt x="0" y="862715"/>
                        <a:pt x="29468" y="747644"/>
                        <a:pt x="84171" y="639414"/>
                      </a:cubicBezTo>
                      <a:close/>
                    </a:path>
                  </a:pathLst>
                </a:custGeom>
                <a:solidFill>
                  <a:srgbClr val="002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66" name="流程图: 摘录 16"/>
                <p:cNvSpPr>
                  <a:spLocks noChangeArrowheads="1"/>
                </p:cNvSpPr>
                <p:nvPr/>
              </p:nvSpPr>
              <p:spPr bwMode="auto">
                <a:xfrm rot="19330532" flipH="1" flipV="1">
                  <a:off x="1124067" y="138502"/>
                  <a:ext cx="129435" cy="160327"/>
                </a:xfrm>
                <a:prstGeom prst="flowChartExtract">
                  <a:avLst/>
                </a:prstGeom>
                <a:solidFill>
                  <a:srgbClr val="002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135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67" name="新月形 17"/>
                <p:cNvSpPr>
                  <a:spLocks noChangeArrowheads="1"/>
                </p:cNvSpPr>
                <p:nvPr/>
              </p:nvSpPr>
              <p:spPr bwMode="auto">
                <a:xfrm rot="-4110126">
                  <a:off x="671069" y="1647379"/>
                  <a:ext cx="646005" cy="1533992"/>
                </a:xfrm>
                <a:prstGeom prst="moon">
                  <a:avLst>
                    <a:gd name="adj" fmla="val 43278"/>
                  </a:avLst>
                </a:prstGeom>
                <a:solidFill>
                  <a:srgbClr val="002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等线" panose="02010600030101010101" charset="-122"/>
                    <a:cs typeface="+mn-cs"/>
                    <a:sym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9" name="Group 17"/>
            <p:cNvGrpSpPr/>
            <p:nvPr/>
          </p:nvGrpSpPr>
          <p:grpSpPr bwMode="auto">
            <a:xfrm>
              <a:off x="5939018" y="2714231"/>
              <a:ext cx="1784815" cy="2052263"/>
              <a:chOff x="297" y="-104"/>
              <a:chExt cx="1814384" cy="2318021"/>
            </a:xfrm>
            <a:solidFill>
              <a:srgbClr val="6B7A80"/>
            </a:solidFill>
          </p:grpSpPr>
          <p:sp>
            <p:nvSpPr>
              <p:cNvPr id="43" name="椭圆​​ 10"/>
              <p:cNvSpPr>
                <a:spLocks noChangeArrowheads="1"/>
              </p:cNvSpPr>
              <p:nvPr/>
            </p:nvSpPr>
            <p:spPr bwMode="auto">
              <a:xfrm>
                <a:off x="374988" y="2207881"/>
                <a:ext cx="1439693" cy="110036"/>
              </a:xfrm>
              <a:prstGeom prst="ellipse">
                <a:avLst/>
              </a:prstGeom>
              <a:solidFill>
                <a:srgbClr val="3171F4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charset="-122"/>
                  <a:cs typeface="+mn-cs"/>
                  <a:sym typeface="宋体" panose="02010600030101010101" pitchFamily="2" charset="-122"/>
                </a:endParaRPr>
              </a:p>
            </p:txBody>
          </p:sp>
          <p:grpSp>
            <p:nvGrpSpPr>
              <p:cNvPr id="44" name="Group 19"/>
              <p:cNvGrpSpPr/>
              <p:nvPr/>
            </p:nvGrpSpPr>
            <p:grpSpPr bwMode="auto">
              <a:xfrm>
                <a:off x="297" y="-104"/>
                <a:ext cx="1643348" cy="2297750"/>
                <a:chOff x="297" y="-104"/>
                <a:chExt cx="1643348" cy="2297750"/>
              </a:xfrm>
              <a:grpFill/>
            </p:grpSpPr>
            <p:sp>
              <p:nvSpPr>
                <p:cNvPr id="45" name="流程图: 摘录 21"/>
                <p:cNvSpPr>
                  <a:spLocks noChangeArrowheads="1"/>
                </p:cNvSpPr>
                <p:nvPr/>
              </p:nvSpPr>
              <p:spPr bwMode="auto">
                <a:xfrm rot="8127063" flipH="1" flipV="1">
                  <a:off x="487506" y="2018280"/>
                  <a:ext cx="94891" cy="160327"/>
                </a:xfrm>
                <a:prstGeom prst="flowChartExtract">
                  <a:avLst/>
                </a:prstGeom>
                <a:solidFill>
                  <a:srgbClr val="3171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135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endParaRPr>
                </a:p>
              </p:txBody>
            </p:sp>
            <p:grpSp>
              <p:nvGrpSpPr>
                <p:cNvPr id="46" name="Group 21"/>
                <p:cNvGrpSpPr/>
                <p:nvPr/>
              </p:nvGrpSpPr>
              <p:grpSpPr bwMode="auto">
                <a:xfrm>
                  <a:off x="297" y="-104"/>
                  <a:ext cx="1643348" cy="2297750"/>
                  <a:chOff x="329" y="-115"/>
                  <a:chExt cx="1822450" cy="2548172"/>
                </a:xfrm>
                <a:grpFill/>
              </p:grpSpPr>
              <p:sp>
                <p:nvSpPr>
                  <p:cNvPr id="61" name="椭圆​​ 4"/>
                  <p:cNvSpPr>
                    <a:spLocks noChangeArrowheads="1"/>
                  </p:cNvSpPr>
                  <p:nvPr/>
                </p:nvSpPr>
                <p:spPr bwMode="auto">
                  <a:xfrm rot="14453685">
                    <a:off x="-362532" y="362746"/>
                    <a:ext cx="2548172" cy="1822450"/>
                  </a:xfrm>
                  <a:custGeom>
                    <a:avLst/>
                    <a:gdLst>
                      <a:gd name="T0" fmla="*/ 3254639 w 3329483"/>
                      <a:gd name="T1" fmla="*/ 1329098 h 2048912"/>
                      <a:gd name="T2" fmla="*/ 1664742 w 3329483"/>
                      <a:gd name="T3" fmla="*/ 2048912 h 2048912"/>
                      <a:gd name="T4" fmla="*/ 0 w 3329483"/>
                      <a:gd name="T5" fmla="*/ 1024456 h 2048912"/>
                      <a:gd name="T6" fmla="*/ 669301 w 3329483"/>
                      <a:gd name="T7" fmla="*/ 204720 h 2048912"/>
                      <a:gd name="T8" fmla="*/ 198259 w 3329483"/>
                      <a:gd name="T9" fmla="*/ 841427 h 2048912"/>
                      <a:gd name="T10" fmla="*/ 1544110 w 3329483"/>
                      <a:gd name="T11" fmla="*/ 1680297 h 2048912"/>
                      <a:gd name="T12" fmla="*/ 2889961 w 3329483"/>
                      <a:gd name="T13" fmla="*/ 841427 h 2048912"/>
                      <a:gd name="T14" fmla="*/ 1563167 w 3329483"/>
                      <a:gd name="T15" fmla="*/ 3156 h 2048912"/>
                      <a:gd name="T16" fmla="*/ 1664742 w 3329483"/>
                      <a:gd name="T17" fmla="*/ 0 h 2048912"/>
                      <a:gd name="T18" fmla="*/ 3329483 w 3329483"/>
                      <a:gd name="T19" fmla="*/ 1024456 h 2048912"/>
                      <a:gd name="T20" fmla="*/ 3254639 w 3329483"/>
                      <a:gd name="T21" fmla="*/ 1329098 h 2048912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29483"/>
                      <a:gd name="T34" fmla="*/ 0 h 2048912"/>
                      <a:gd name="T35" fmla="*/ 3329483 w 3329483"/>
                      <a:gd name="T36" fmla="*/ 2048912 h 2048912"/>
                      <a:gd name="connsiteX0" fmla="*/ 3284869 w 3359713"/>
                      <a:gd name="connsiteY0" fmla="*/ 1329098 h 2048912"/>
                      <a:gd name="connsiteX1" fmla="*/ 1694972 w 3359713"/>
                      <a:gd name="connsiteY1" fmla="*/ 2048912 h 2048912"/>
                      <a:gd name="connsiteX2" fmla="*/ 30230 w 3359713"/>
                      <a:gd name="connsiteY2" fmla="*/ 1024456 h 2048912"/>
                      <a:gd name="connsiteX3" fmla="*/ 759163 w 3359713"/>
                      <a:gd name="connsiteY3" fmla="*/ 238609 h 2048912"/>
                      <a:gd name="connsiteX4" fmla="*/ 228489 w 3359713"/>
                      <a:gd name="connsiteY4" fmla="*/ 841427 h 2048912"/>
                      <a:gd name="connsiteX5" fmla="*/ 1574340 w 3359713"/>
                      <a:gd name="connsiteY5" fmla="*/ 1680297 h 2048912"/>
                      <a:gd name="connsiteX6" fmla="*/ 2920191 w 3359713"/>
                      <a:gd name="connsiteY6" fmla="*/ 841427 h 2048912"/>
                      <a:gd name="connsiteX7" fmla="*/ 1593397 w 3359713"/>
                      <a:gd name="connsiteY7" fmla="*/ 3156 h 2048912"/>
                      <a:gd name="connsiteX8" fmla="*/ 1694972 w 3359713"/>
                      <a:gd name="connsiteY8" fmla="*/ 0 h 2048912"/>
                      <a:gd name="connsiteX9" fmla="*/ 3359713 w 3359713"/>
                      <a:gd name="connsiteY9" fmla="*/ 1024456 h 2048912"/>
                      <a:gd name="connsiteX10" fmla="*/ 3284869 w 3359713"/>
                      <a:gd name="connsiteY10" fmla="*/ 1329098 h 2048912"/>
                      <a:gd name="connsiteX0-1" fmla="*/ 3257022 w 3331866"/>
                      <a:gd name="connsiteY0-2" fmla="*/ 1329098 h 2048912"/>
                      <a:gd name="connsiteX1-3" fmla="*/ 1667125 w 3331866"/>
                      <a:gd name="connsiteY1-4" fmla="*/ 2048912 h 2048912"/>
                      <a:gd name="connsiteX2-5" fmla="*/ 2383 w 3331866"/>
                      <a:gd name="connsiteY2-6" fmla="*/ 1024456 h 2048912"/>
                      <a:gd name="connsiteX3-7" fmla="*/ 731316 w 3331866"/>
                      <a:gd name="connsiteY3-8" fmla="*/ 238609 h 2048912"/>
                      <a:gd name="connsiteX4-9" fmla="*/ 200642 w 3331866"/>
                      <a:gd name="connsiteY4-10" fmla="*/ 841427 h 2048912"/>
                      <a:gd name="connsiteX5-11" fmla="*/ 1546493 w 3331866"/>
                      <a:gd name="connsiteY5-12" fmla="*/ 1680297 h 2048912"/>
                      <a:gd name="connsiteX6-13" fmla="*/ 2892344 w 3331866"/>
                      <a:gd name="connsiteY6-14" fmla="*/ 841427 h 2048912"/>
                      <a:gd name="connsiteX7-15" fmla="*/ 1565550 w 3331866"/>
                      <a:gd name="connsiteY7-16" fmla="*/ 3156 h 2048912"/>
                      <a:gd name="connsiteX8-17" fmla="*/ 1667125 w 3331866"/>
                      <a:gd name="connsiteY8-18" fmla="*/ 0 h 2048912"/>
                      <a:gd name="connsiteX9-19" fmla="*/ 3331866 w 3331866"/>
                      <a:gd name="connsiteY9-20" fmla="*/ 1024456 h 2048912"/>
                      <a:gd name="connsiteX10-21" fmla="*/ 3257022 w 3331866"/>
                      <a:gd name="connsiteY10-22" fmla="*/ 1329098 h 2048912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</a:cxnLst>
                    <a:rect l="l" t="t" r="r" b="b"/>
                    <a:pathLst>
                      <a:path w="3331866" h="2048912">
                        <a:moveTo>
                          <a:pt x="3257022" y="1329098"/>
                        </a:moveTo>
                        <a:cubicBezTo>
                          <a:pt x="3046247" y="1746122"/>
                          <a:pt x="2414146" y="2048912"/>
                          <a:pt x="1667125" y="2048912"/>
                        </a:cubicBezTo>
                        <a:cubicBezTo>
                          <a:pt x="747714" y="2048912"/>
                          <a:pt x="42246" y="1408327"/>
                          <a:pt x="2383" y="1024456"/>
                        </a:cubicBezTo>
                        <a:cubicBezTo>
                          <a:pt x="-32699" y="686627"/>
                          <a:pt x="324791" y="424214"/>
                          <a:pt x="731316" y="238609"/>
                        </a:cubicBezTo>
                        <a:cubicBezTo>
                          <a:pt x="442854" y="391842"/>
                          <a:pt x="200641" y="586400"/>
                          <a:pt x="200642" y="841427"/>
                        </a:cubicBezTo>
                        <a:cubicBezTo>
                          <a:pt x="200641" y="1304722"/>
                          <a:pt x="803199" y="1680297"/>
                          <a:pt x="1546493" y="1680297"/>
                        </a:cubicBezTo>
                        <a:cubicBezTo>
                          <a:pt x="2289786" y="1680297"/>
                          <a:pt x="2892344" y="1304722"/>
                          <a:pt x="2892344" y="841427"/>
                        </a:cubicBezTo>
                        <a:cubicBezTo>
                          <a:pt x="2892344" y="382098"/>
                          <a:pt x="2300060" y="8995"/>
                          <a:pt x="1565550" y="3156"/>
                        </a:cubicBezTo>
                        <a:cubicBezTo>
                          <a:pt x="1599117" y="632"/>
                          <a:pt x="1633001" y="0"/>
                          <a:pt x="1667125" y="0"/>
                        </a:cubicBezTo>
                        <a:cubicBezTo>
                          <a:pt x="2586536" y="0"/>
                          <a:pt x="3331866" y="458665"/>
                          <a:pt x="3331866" y="1024456"/>
                        </a:cubicBezTo>
                        <a:cubicBezTo>
                          <a:pt x="3331866" y="1130542"/>
                          <a:pt x="3305663" y="1232862"/>
                          <a:pt x="3257022" y="1329098"/>
                        </a:cubicBezTo>
                        <a:close/>
                      </a:path>
                    </a:pathLst>
                  </a:custGeom>
                  <a:solidFill>
                    <a:srgbClr val="3171F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sp>
                <p:nvSpPr>
                  <p:cNvPr id="62" name="新月形 24"/>
                  <p:cNvSpPr>
                    <a:spLocks noChangeArrowheads="1"/>
                  </p:cNvSpPr>
                  <p:nvPr/>
                </p:nvSpPr>
                <p:spPr bwMode="auto">
                  <a:xfrm rot="6728137">
                    <a:off x="553810" y="-421574"/>
                    <a:ext cx="716410" cy="1775797"/>
                  </a:xfrm>
                  <a:prstGeom prst="moon">
                    <a:avLst>
                      <a:gd name="adj" fmla="val 27472"/>
                    </a:avLst>
                  </a:prstGeom>
                  <a:solidFill>
                    <a:srgbClr val="3171F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defRPr/>
                    </a:pPr>
                    <a:endParaRPr kumimoji="0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等线" panose="02010600030101010101" charset="-122"/>
                      <a:cs typeface="+mn-cs"/>
                      <a:sym typeface="宋体" panose="02010600030101010101" pitchFamily="2" charset="-122"/>
                    </a:endParaRPr>
                  </a:p>
                </p:txBody>
              </p:sp>
            </p:grpSp>
          </p:grpSp>
        </p:grpSp>
      </p:grpSp>
      <p:cxnSp>
        <p:nvCxnSpPr>
          <p:cNvPr id="68" name="直接连接符 54"/>
          <p:cNvCxnSpPr>
            <a:endCxn id="28" idx="3"/>
          </p:cNvCxnSpPr>
          <p:nvPr userDrawn="1"/>
        </p:nvCxnSpPr>
        <p:spPr>
          <a:xfrm flipH="1">
            <a:off x="3420068" y="3459187"/>
            <a:ext cx="808662" cy="9060"/>
          </a:xfrm>
          <a:prstGeom prst="line">
            <a:avLst/>
          </a:prstGeom>
          <a:ln>
            <a:solidFill>
              <a:srgbClr val="C72B2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55"/>
          <p:cNvCxnSpPr>
            <a:stCxn id="33" idx="1"/>
          </p:cNvCxnSpPr>
          <p:nvPr userDrawn="1"/>
        </p:nvCxnSpPr>
        <p:spPr>
          <a:xfrm flipH="1">
            <a:off x="7950041" y="3471162"/>
            <a:ext cx="804310" cy="0"/>
          </a:xfrm>
          <a:prstGeom prst="line">
            <a:avLst/>
          </a:prstGeom>
          <a:ln>
            <a:solidFill>
              <a:srgbClr val="3171F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6" name="矩形 2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8" name="文本占位符 4"/>
          <p:cNvSpPr>
            <a:spLocks noGrp="1"/>
          </p:cNvSpPr>
          <p:nvPr>
            <p:ph type="body" sz="quarter" idx="37"/>
          </p:nvPr>
        </p:nvSpPr>
        <p:spPr>
          <a:xfrm>
            <a:off x="823573" y="3295902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9" name="文本占位符 4"/>
          <p:cNvSpPr>
            <a:spLocks noGrp="1"/>
          </p:cNvSpPr>
          <p:nvPr>
            <p:ph type="body" sz="quarter" idx="38"/>
          </p:nvPr>
        </p:nvSpPr>
        <p:spPr>
          <a:xfrm>
            <a:off x="823573" y="3652755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>
            <p:ph type="body" sz="quarter" idx="41"/>
          </p:nvPr>
        </p:nvSpPr>
        <p:spPr>
          <a:xfrm>
            <a:off x="8754351" y="3298817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>
            <p:ph type="body" sz="quarter" idx="42"/>
          </p:nvPr>
        </p:nvSpPr>
        <p:spPr>
          <a:xfrm>
            <a:off x="8754351" y="3655670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sz="quarter" idx="43"/>
          </p:nvPr>
        </p:nvSpPr>
        <p:spPr>
          <a:xfrm>
            <a:off x="5111914" y="3025159"/>
            <a:ext cx="368300" cy="1978289"/>
          </a:xfrm>
          <a:prstGeom prst="rect">
            <a:avLst/>
          </a:prstGeom>
        </p:spPr>
        <p:txBody>
          <a:bodyPr vert="eaVert" anchor="ctr"/>
          <a:lstStyle>
            <a:lvl1pPr marL="0" indent="0" algn="ctr">
              <a:buNone/>
              <a:defRPr sz="1600" b="1" i="0">
                <a:solidFill>
                  <a:srgbClr val="00219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70" name="竖排文字占位符 2"/>
          <p:cNvSpPr>
            <a:spLocks noGrp="1"/>
          </p:cNvSpPr>
          <p:nvPr>
            <p:ph type="body" orient="vert" sz="quarter" idx="44"/>
          </p:nvPr>
        </p:nvSpPr>
        <p:spPr>
          <a:xfrm>
            <a:off x="6777428" y="3417045"/>
            <a:ext cx="368300" cy="1777838"/>
          </a:xfrm>
          <a:prstGeom prst="rect">
            <a:avLst/>
          </a:prstGeom>
        </p:spPr>
        <p:txBody>
          <a:bodyPr vert="eaVert" anchor="ctr"/>
          <a:lstStyle>
            <a:lvl1pPr marL="0" indent="0" algn="ctr">
              <a:buNone/>
              <a:defRPr sz="1600" b="1" i="0">
                <a:solidFill>
                  <a:srgbClr val="3271F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比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文本"/>
          <p:cNvSpPr txBox="1">
            <a:spLocks noGrp="1"/>
          </p:cNvSpPr>
          <p:nvPr>
            <p:ph type="title"/>
          </p:nvPr>
        </p:nvSpPr>
        <p:spPr>
          <a:xfrm>
            <a:off x="825501" y="53349"/>
            <a:ext cx="10529888" cy="7376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>
                <a:solidFill>
                  <a:srgbClr val="0034A7"/>
                </a:solidFill>
                <a:latin typeface="+mj-ea"/>
                <a:ea typeface="+mj-ea"/>
                <a:cs typeface="Lantinghei SC Extralight"/>
                <a:sym typeface="Lantinghei SC Extralight"/>
              </a:defRPr>
            </a:lvl1pPr>
          </a:lstStyle>
          <a:p>
            <a:endParaRPr dirty="0"/>
          </a:p>
        </p:txBody>
      </p:sp>
      <p:sp>
        <p:nvSpPr>
          <p:cNvPr id="26" name="矩形 25"/>
          <p:cNvSpPr/>
          <p:nvPr userDrawn="1"/>
        </p:nvSpPr>
        <p:spPr>
          <a:xfrm>
            <a:off x="5874445" y="0"/>
            <a:ext cx="432000" cy="36000"/>
          </a:xfrm>
          <a:prstGeom prst="rect">
            <a:avLst/>
          </a:prstGeom>
          <a:solidFill>
            <a:srgbClr val="3271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825500" y="811618"/>
            <a:ext cx="10529888" cy="363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0F184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28" name="文本占位符 4"/>
          <p:cNvSpPr>
            <a:spLocks noGrp="1"/>
          </p:cNvSpPr>
          <p:nvPr>
            <p:ph type="body" sz="quarter" idx="37"/>
          </p:nvPr>
        </p:nvSpPr>
        <p:spPr>
          <a:xfrm>
            <a:off x="823573" y="2335096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9" name="文本占位符 4"/>
          <p:cNvSpPr>
            <a:spLocks noGrp="1"/>
          </p:cNvSpPr>
          <p:nvPr>
            <p:ph type="body" sz="quarter" idx="38"/>
          </p:nvPr>
        </p:nvSpPr>
        <p:spPr>
          <a:xfrm>
            <a:off x="823573" y="2691949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3" name="文本占位符 4"/>
          <p:cNvSpPr>
            <a:spLocks noGrp="1"/>
          </p:cNvSpPr>
          <p:nvPr>
            <p:ph type="body" sz="quarter" idx="41"/>
          </p:nvPr>
        </p:nvSpPr>
        <p:spPr>
          <a:xfrm>
            <a:off x="8758893" y="2335096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00219D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4" name="文本占位符 4"/>
          <p:cNvSpPr>
            <a:spLocks noGrp="1"/>
          </p:cNvSpPr>
          <p:nvPr>
            <p:ph type="body" sz="quarter" idx="42"/>
          </p:nvPr>
        </p:nvSpPr>
        <p:spPr>
          <a:xfrm>
            <a:off x="8758893" y="2691949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3036762" y="2100943"/>
            <a:ext cx="6118475" cy="3478043"/>
            <a:chOff x="3202427" y="2028147"/>
            <a:chExt cx="5563722" cy="3162695"/>
          </a:xfrm>
          <a:effectLst/>
        </p:grpSpPr>
        <p:sp>
          <p:nvSpPr>
            <p:cNvPr id="40" name="椭圆 39"/>
            <p:cNvSpPr/>
            <p:nvPr/>
          </p:nvSpPr>
          <p:spPr>
            <a:xfrm>
              <a:off x="3493330" y="2245187"/>
              <a:ext cx="2728615" cy="2728616"/>
            </a:xfrm>
            <a:prstGeom prst="ellipse">
              <a:avLst/>
            </a:prstGeom>
            <a:solidFill>
              <a:srgbClr val="3271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736120" y="2245187"/>
              <a:ext cx="2728615" cy="2728616"/>
            </a:xfrm>
            <a:prstGeom prst="ellipse">
              <a:avLst/>
            </a:prstGeom>
            <a:solidFill>
              <a:srgbClr val="0021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7" name="弧形 7"/>
            <p:cNvSpPr/>
            <p:nvPr/>
          </p:nvSpPr>
          <p:spPr>
            <a:xfrm>
              <a:off x="3276291" y="2028147"/>
              <a:ext cx="3162695" cy="3162695"/>
            </a:xfrm>
            <a:prstGeom prst="arc">
              <a:avLst>
                <a:gd name="adj1" fmla="val 3417490"/>
                <a:gd name="adj2" fmla="val 18035888"/>
              </a:avLst>
            </a:prstGeom>
            <a:noFill/>
            <a:ln>
              <a:solidFill>
                <a:srgbClr val="BBBB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8" name="弧形 8"/>
            <p:cNvSpPr/>
            <p:nvPr/>
          </p:nvSpPr>
          <p:spPr>
            <a:xfrm>
              <a:off x="5519081" y="2028147"/>
              <a:ext cx="3162695" cy="3162695"/>
            </a:xfrm>
            <a:prstGeom prst="arc">
              <a:avLst>
                <a:gd name="adj1" fmla="val 14301729"/>
                <a:gd name="adj2" fmla="val 7382353"/>
              </a:avLst>
            </a:prstGeom>
            <a:noFill/>
            <a:ln>
              <a:solidFill>
                <a:srgbClr val="BBBB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3202427" y="2312446"/>
              <a:ext cx="709522" cy="2594100"/>
              <a:chOff x="3365336" y="2507317"/>
              <a:chExt cx="709522" cy="2594100"/>
            </a:xfrm>
          </p:grpSpPr>
          <p:grpSp>
            <p:nvGrpSpPr>
              <p:cNvPr id="59" name="组合 58"/>
              <p:cNvGrpSpPr/>
              <p:nvPr/>
            </p:nvGrpSpPr>
            <p:grpSpPr>
              <a:xfrm>
                <a:off x="3924368" y="2507317"/>
                <a:ext cx="150490" cy="2594100"/>
                <a:chOff x="3616578" y="2540926"/>
                <a:chExt cx="155572" cy="2681689"/>
              </a:xfrm>
            </p:grpSpPr>
            <p:sp>
              <p:nvSpPr>
                <p:cNvPr id="71" name="椭圆 70"/>
                <p:cNvSpPr/>
                <p:nvPr/>
              </p:nvSpPr>
              <p:spPr>
                <a:xfrm>
                  <a:off x="3616579" y="2540926"/>
                  <a:ext cx="155571" cy="155568"/>
                </a:xfrm>
                <a:prstGeom prst="ellipse">
                  <a:avLst/>
                </a:prstGeom>
                <a:solidFill>
                  <a:srgbClr val="3271F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3616578" y="5067047"/>
                  <a:ext cx="155569" cy="155568"/>
                </a:xfrm>
                <a:prstGeom prst="ellipse">
                  <a:avLst/>
                </a:prstGeom>
                <a:solidFill>
                  <a:srgbClr val="3271F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</p:grpSp>
          <p:sp>
            <p:nvSpPr>
              <p:cNvPr id="60" name="椭圆 59"/>
              <p:cNvSpPr/>
              <p:nvPr/>
            </p:nvSpPr>
            <p:spPr>
              <a:xfrm>
                <a:off x="3365336" y="3729123"/>
                <a:ext cx="150488" cy="150487"/>
              </a:xfrm>
              <a:prstGeom prst="ellipse">
                <a:avLst/>
              </a:prstGeom>
              <a:solidFill>
                <a:srgbClr val="3271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8056630" y="2312446"/>
              <a:ext cx="709519" cy="2594100"/>
              <a:chOff x="3365337" y="2507317"/>
              <a:chExt cx="709519" cy="2594100"/>
            </a:xfrm>
          </p:grpSpPr>
          <p:grpSp>
            <p:nvGrpSpPr>
              <p:cNvPr id="54" name="组合 53"/>
              <p:cNvGrpSpPr/>
              <p:nvPr/>
            </p:nvGrpSpPr>
            <p:grpSpPr>
              <a:xfrm>
                <a:off x="3924367" y="2507317"/>
                <a:ext cx="150489" cy="2594100"/>
                <a:chOff x="3616577" y="2540926"/>
                <a:chExt cx="155571" cy="2681689"/>
              </a:xfrm>
            </p:grpSpPr>
            <p:sp>
              <p:nvSpPr>
                <p:cNvPr id="57" name="椭圆 56"/>
                <p:cNvSpPr/>
                <p:nvPr/>
              </p:nvSpPr>
              <p:spPr>
                <a:xfrm>
                  <a:off x="3616579" y="2540926"/>
                  <a:ext cx="155569" cy="155568"/>
                </a:xfrm>
                <a:prstGeom prst="ellipse">
                  <a:avLst/>
                </a:prstGeom>
                <a:solidFill>
                  <a:srgbClr val="00219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>
                  <a:off x="3616577" y="5067047"/>
                  <a:ext cx="155570" cy="155568"/>
                </a:xfrm>
                <a:prstGeom prst="ellipse">
                  <a:avLst/>
                </a:prstGeom>
                <a:solidFill>
                  <a:srgbClr val="00219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</p:grpSp>
          <p:sp>
            <p:nvSpPr>
              <p:cNvPr id="55" name="椭圆 54"/>
              <p:cNvSpPr/>
              <p:nvPr/>
            </p:nvSpPr>
            <p:spPr>
              <a:xfrm>
                <a:off x="3365337" y="3729123"/>
                <a:ext cx="150487" cy="150487"/>
              </a:xfrm>
              <a:prstGeom prst="ellipse">
                <a:avLst/>
              </a:prstGeom>
              <a:solidFill>
                <a:srgbClr val="0021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</p:grpSp>
      </p:grpSp>
      <p:sp>
        <p:nvSpPr>
          <p:cNvPr id="73" name="文本占位符 4"/>
          <p:cNvSpPr>
            <a:spLocks noGrp="1"/>
          </p:cNvSpPr>
          <p:nvPr>
            <p:ph type="body" sz="quarter" idx="43"/>
          </p:nvPr>
        </p:nvSpPr>
        <p:spPr>
          <a:xfrm>
            <a:off x="3817027" y="3616011"/>
            <a:ext cx="2006060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4" name="文本占位符 4"/>
          <p:cNvSpPr>
            <a:spLocks noGrp="1"/>
          </p:cNvSpPr>
          <p:nvPr>
            <p:ph type="body" sz="quarter" idx="44"/>
          </p:nvPr>
        </p:nvSpPr>
        <p:spPr>
          <a:xfrm>
            <a:off x="6342513" y="3616011"/>
            <a:ext cx="2006060" cy="3446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5" name="文本占位符 4"/>
          <p:cNvSpPr>
            <a:spLocks noGrp="1"/>
          </p:cNvSpPr>
          <p:nvPr>
            <p:ph type="body" sz="quarter" idx="45"/>
          </p:nvPr>
        </p:nvSpPr>
        <p:spPr>
          <a:xfrm>
            <a:off x="823573" y="5034754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6" name="文本占位符 4"/>
          <p:cNvSpPr>
            <a:spLocks noGrp="1"/>
          </p:cNvSpPr>
          <p:nvPr>
            <p:ph type="body" sz="quarter" idx="46"/>
          </p:nvPr>
        </p:nvSpPr>
        <p:spPr>
          <a:xfrm>
            <a:off x="823573" y="5391607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7" name="文本占位符 4"/>
          <p:cNvSpPr>
            <a:spLocks noGrp="1"/>
          </p:cNvSpPr>
          <p:nvPr>
            <p:ph type="body" sz="quarter" idx="47"/>
          </p:nvPr>
        </p:nvSpPr>
        <p:spPr>
          <a:xfrm>
            <a:off x="442572" y="3674040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None/>
              <a:defRPr sz="1600" b="1">
                <a:solidFill>
                  <a:srgbClr val="3271F5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8" name="文本占位符 4"/>
          <p:cNvSpPr>
            <a:spLocks noGrp="1"/>
          </p:cNvSpPr>
          <p:nvPr>
            <p:ph type="body" sz="quarter" idx="48"/>
          </p:nvPr>
        </p:nvSpPr>
        <p:spPr>
          <a:xfrm>
            <a:off x="442572" y="4030893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9" name="文本占位符 4"/>
          <p:cNvSpPr>
            <a:spLocks noGrp="1"/>
          </p:cNvSpPr>
          <p:nvPr>
            <p:ph type="body" sz="quarter" idx="49"/>
          </p:nvPr>
        </p:nvSpPr>
        <p:spPr>
          <a:xfrm>
            <a:off x="8758893" y="5012982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00219D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0" name="文本占位符 4"/>
          <p:cNvSpPr>
            <a:spLocks noGrp="1"/>
          </p:cNvSpPr>
          <p:nvPr>
            <p:ph type="body" sz="quarter" idx="50"/>
          </p:nvPr>
        </p:nvSpPr>
        <p:spPr>
          <a:xfrm>
            <a:off x="8758893" y="5369835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1" name="文本占位符 4"/>
          <p:cNvSpPr>
            <a:spLocks noGrp="1"/>
          </p:cNvSpPr>
          <p:nvPr>
            <p:ph type="body" sz="quarter" idx="51"/>
          </p:nvPr>
        </p:nvSpPr>
        <p:spPr>
          <a:xfrm>
            <a:off x="9172550" y="3684925"/>
            <a:ext cx="2596495" cy="34469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00219D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2" name="文本占位符 4"/>
          <p:cNvSpPr>
            <a:spLocks noGrp="1"/>
          </p:cNvSpPr>
          <p:nvPr>
            <p:ph type="body" sz="quarter" idx="52"/>
          </p:nvPr>
        </p:nvSpPr>
        <p:spPr>
          <a:xfrm>
            <a:off x="9172550" y="4041778"/>
            <a:ext cx="2596495" cy="4818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Font typeface="Wingdings" panose="05000000000000000000" pitchFamily="2" charset="2"/>
              <a:buNone/>
              <a:defRPr sz="1200" b="0">
                <a:solidFill>
                  <a:srgbClr val="0F184B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再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文本&#10;&#10;描述已自动生成">
            <a:extLst>
              <a:ext uri="{FF2B5EF4-FFF2-40B4-BE49-F238E27FC236}">
                <a16:creationId xmlns:a16="http://schemas.microsoft.com/office/drawing/2014/main" id="{E0F10F76-AAF3-6A33-1178-2F2E69B88A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pic>
        <p:nvPicPr>
          <p:cNvPr id="5" name="图片 4" descr="手机屏幕的截图&#10;&#10;中度可信度描述已自动生成">
            <a:extLst>
              <a:ext uri="{FF2B5EF4-FFF2-40B4-BE49-F238E27FC236}">
                <a16:creationId xmlns:a16="http://schemas.microsoft.com/office/drawing/2014/main" id="{F64BADC7-50A2-CF5F-6093-4BA646902B4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20" y="513449"/>
            <a:ext cx="1252748" cy="33271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1277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13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>
            <a:spLocks noChangeAspect="1"/>
          </p:cNvSpPr>
          <p:nvPr userDrawn="1"/>
        </p:nvSpPr>
        <p:spPr>
          <a:xfrm>
            <a:off x="-341576" y="5958745"/>
            <a:ext cx="216000" cy="216000"/>
          </a:xfrm>
          <a:prstGeom prst="ellipse">
            <a:avLst/>
          </a:prstGeom>
          <a:solidFill>
            <a:srgbClr val="0F184B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微软雅黑" panose="020B0503020204020204" pitchFamily="34" charset="-122"/>
              <a:cs typeface="+mn-cs"/>
              <a:sym typeface="等线" panose="02010600030101010101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 userDrawn="1"/>
        </p:nvSpPr>
        <p:spPr>
          <a:xfrm>
            <a:off x="-341576" y="4010687"/>
            <a:ext cx="216000" cy="216000"/>
          </a:xfrm>
          <a:prstGeom prst="ellipse">
            <a:avLst/>
          </a:prstGeom>
          <a:solidFill>
            <a:srgbClr val="0034A7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微软雅黑" panose="020B0503020204020204" pitchFamily="34" charset="-122"/>
              <a:cs typeface="+mn-cs"/>
              <a:sym typeface="等线" panose="02010600030101010101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 userDrawn="1"/>
        </p:nvSpPr>
        <p:spPr>
          <a:xfrm>
            <a:off x="-341576" y="6302740"/>
            <a:ext cx="216000" cy="216000"/>
          </a:xfrm>
          <a:prstGeom prst="ellipse">
            <a:avLst/>
          </a:prstGeom>
          <a:solidFill>
            <a:srgbClr val="3171F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微软雅黑" panose="020B0503020204020204" pitchFamily="34" charset="-122"/>
              <a:cs typeface="+mn-cs"/>
              <a:sym typeface="等线" panose="02010600030101010101" charset="-122"/>
            </a:endParaRPr>
          </a:p>
        </p:txBody>
      </p:sp>
      <p:sp>
        <p:nvSpPr>
          <p:cNvPr id="20" name="椭圆 19"/>
          <p:cNvSpPr>
            <a:spLocks noChangeAspect="1"/>
          </p:cNvSpPr>
          <p:nvPr userDrawn="1"/>
        </p:nvSpPr>
        <p:spPr>
          <a:xfrm>
            <a:off x="-341576" y="3666690"/>
            <a:ext cx="216000" cy="216000"/>
          </a:xfrm>
          <a:prstGeom prst="ellipse">
            <a:avLst/>
          </a:prstGeom>
          <a:solidFill>
            <a:srgbClr val="C51F19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微软雅黑" panose="020B0503020204020204" pitchFamily="34" charset="-122"/>
              <a:cs typeface="+mn-cs"/>
              <a:sym typeface="等线" panose="02010600030101010101" charset="-122"/>
            </a:endParaRPr>
          </a:p>
        </p:txBody>
      </p:sp>
      <p:sp>
        <p:nvSpPr>
          <p:cNvPr id="22" name="椭圆 21"/>
          <p:cNvSpPr>
            <a:spLocks noChangeAspect="1"/>
          </p:cNvSpPr>
          <p:nvPr userDrawn="1"/>
        </p:nvSpPr>
        <p:spPr>
          <a:xfrm>
            <a:off x="-341576" y="6646735"/>
            <a:ext cx="216000" cy="216000"/>
          </a:xfrm>
          <a:prstGeom prst="ellipse">
            <a:avLst/>
          </a:prstGeom>
          <a:solidFill>
            <a:srgbClr val="BBBBBB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微软雅黑" panose="020B0503020204020204" pitchFamily="34" charset="-122"/>
              <a:cs typeface="+mn-cs"/>
              <a:sym typeface="等线" panose="02010600030101010101" charset="-122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421448" y="2832508"/>
            <a:ext cx="375680" cy="821353"/>
          </a:xfrm>
          <a:prstGeom prst="rect">
            <a:avLst/>
          </a:prstGeom>
          <a:noFill/>
        </p:spPr>
        <p:txBody>
          <a:bodyPr vert="wordArtVertRtl" wrap="square" rtlCol="0">
            <a:spAutoFit/>
          </a:bodyPr>
          <a:lstStyle/>
          <a:p>
            <a:r>
              <a:rPr kumimoji="1" lang="zh-CN" altLang="en-US" sz="10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品牌色</a:t>
            </a:r>
            <a:r>
              <a:rPr kumimoji="1" lang="en-US" altLang="zh-CN" sz="10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  <a:endParaRPr kumimoji="1" lang="zh-CN" altLang="en-US" sz="10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421690" y="-96246"/>
            <a:ext cx="375680" cy="1244906"/>
          </a:xfrm>
          <a:prstGeom prst="rect">
            <a:avLst/>
          </a:prstGeom>
          <a:noFill/>
        </p:spPr>
        <p:txBody>
          <a:bodyPr vert="wordArtVertRtl" wrap="square" rtlCol="0">
            <a:spAutoFit/>
          </a:bodyPr>
          <a:lstStyle/>
          <a:p>
            <a:r>
              <a:rPr kumimoji="1" lang="zh-CN" altLang="en-US" sz="10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分班颜色</a:t>
            </a:r>
            <a:r>
              <a:rPr kumimoji="1" lang="en-US" altLang="zh-CN" sz="10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  <a:endParaRPr kumimoji="1" lang="zh-CN" altLang="en-US" sz="10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矩形 24"/>
          <p:cNvSpPr>
            <a:spLocks noChangeAspect="1"/>
          </p:cNvSpPr>
          <p:nvPr userDrawn="1"/>
        </p:nvSpPr>
        <p:spPr>
          <a:xfrm>
            <a:off x="-331130" y="960694"/>
            <a:ext cx="180000" cy="180000"/>
          </a:xfrm>
          <a:prstGeom prst="rect">
            <a:avLst/>
          </a:prstGeom>
          <a:solidFill>
            <a:srgbClr val="327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>
            <a:spLocks noChangeAspect="1"/>
          </p:cNvSpPr>
          <p:nvPr userDrawn="1"/>
        </p:nvSpPr>
        <p:spPr>
          <a:xfrm>
            <a:off x="-331130" y="1264977"/>
            <a:ext cx="180000" cy="180000"/>
          </a:xfrm>
          <a:prstGeom prst="rect">
            <a:avLst/>
          </a:prstGeom>
          <a:solidFill>
            <a:srgbClr val="F3B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>
            <a:spLocks noChangeAspect="1"/>
          </p:cNvSpPr>
          <p:nvPr userDrawn="1"/>
        </p:nvSpPr>
        <p:spPr>
          <a:xfrm>
            <a:off x="-331130" y="1569260"/>
            <a:ext cx="180000" cy="180000"/>
          </a:xfrm>
          <a:prstGeom prst="rect">
            <a:avLst/>
          </a:prstGeom>
          <a:solidFill>
            <a:srgbClr val="C51F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>
            <a:spLocks noChangeAspect="1"/>
          </p:cNvSpPr>
          <p:nvPr userDrawn="1"/>
        </p:nvSpPr>
        <p:spPr>
          <a:xfrm>
            <a:off x="-331130" y="1873544"/>
            <a:ext cx="180000" cy="1800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 userDrawn="1"/>
        </p:nvSpPr>
        <p:spPr>
          <a:xfrm>
            <a:off x="-421448" y="5114053"/>
            <a:ext cx="375680" cy="821353"/>
          </a:xfrm>
          <a:prstGeom prst="rect">
            <a:avLst/>
          </a:prstGeom>
          <a:noFill/>
        </p:spPr>
        <p:txBody>
          <a:bodyPr vert="wordArtVertRtl" wrap="square" rtlCol="0">
            <a:spAutoFit/>
          </a:bodyPr>
          <a:lstStyle/>
          <a:p>
            <a:r>
              <a:rPr kumimoji="1" lang="zh-CN" altLang="en-US" sz="10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辅助色</a:t>
            </a:r>
            <a:r>
              <a:rPr kumimoji="1" lang="en-US" altLang="zh-CN" sz="10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  <a:endParaRPr kumimoji="1" lang="zh-CN" altLang="en-US" sz="10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3" r:id="rId2"/>
    <p:sldLayoutId id="2147483651" r:id="rId3"/>
    <p:sldLayoutId id="2147483656" r:id="rId4"/>
    <p:sldLayoutId id="2147483657" r:id="rId5"/>
    <p:sldLayoutId id="2147483658" r:id="rId6"/>
    <p:sldLayoutId id="2147483659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5" r:id="rId29"/>
    <p:sldLayoutId id="2147483686" r:id="rId30"/>
    <p:sldLayoutId id="2147483687" r:id="rId31"/>
    <p:sldLayoutId id="2147483688" r:id="rId32"/>
    <p:sldLayoutId id="2147483689" r:id="rId33"/>
    <p:sldLayoutId id="2147483690" r:id="rId34"/>
    <p:sldLayoutId id="2147483691" r:id="rId35"/>
    <p:sldLayoutId id="2147483692" r:id="rId36"/>
    <p:sldLayoutId id="2147483694" r:id="rId37"/>
    <p:sldLayoutId id="2147483695" r:id="rId38"/>
    <p:sldLayoutId id="2147483696" r:id="rId39"/>
    <p:sldLayoutId id="2147483697" r:id="rId40"/>
    <p:sldLayoutId id="2147483698" r:id="rId41"/>
    <p:sldLayoutId id="2147483699" r:id="rId42"/>
    <p:sldLayoutId id="2147483700" r:id="rId43"/>
    <p:sldLayoutId id="2147483701" r:id="rId44"/>
    <p:sldLayoutId id="2147483702" r:id="rId45"/>
    <p:sldLayoutId id="2147483704" r:id="rId46"/>
    <p:sldLayoutId id="2147483705" r:id="rId4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等线" panose="02010600030101010101" charset="-122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等线" panose="02010600030101010101" charset="-122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等线" panose="02010600030101010101" charset="-122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等线" panose="02010600030101010101" charset="-122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等线" panose="02010600030101010101" charset="-122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等线" panose="02010600030101010101" charset="-122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等线" panose="02010600030101010101" charset="-122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等线" panose="02010600030101010101" charset="-122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等线" panose="02010600030101010101" charset="-122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7">
            <a:extLst>
              <a:ext uri="{FF2B5EF4-FFF2-40B4-BE49-F238E27FC236}">
                <a16:creationId xmlns:a16="http://schemas.microsoft.com/office/drawing/2014/main" id="{82A5E984-5AB9-1AFE-C0AE-D3E3A346C28D}"/>
              </a:ext>
            </a:extLst>
          </p:cNvPr>
          <p:cNvSpPr/>
          <p:nvPr/>
        </p:nvSpPr>
        <p:spPr>
          <a:xfrm>
            <a:off x="508000" y="2540000"/>
            <a:ext cx="1117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从星级讲师到能力讲师</a:t>
            </a:r>
            <a:endParaRPr lang="en-US" sz="1100" dirty="0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5B38C525-7410-7359-69E8-E3BF9E8B6E03}"/>
              </a:ext>
            </a:extLst>
          </p:cNvPr>
          <p:cNvSpPr txBox="1"/>
          <p:nvPr/>
        </p:nvSpPr>
        <p:spPr>
          <a:xfrm>
            <a:off x="1295400" y="208460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开启讲师体系2.0</a:t>
            </a:r>
          </a:p>
        </p:txBody>
      </p:sp>
    </p:spTree>
    <p:extLst>
      <p:ext uri="{BB962C8B-B14F-4D97-AF65-F5344CB8AC3E}">
        <p14:creationId xmlns:p14="http://schemas.microsoft.com/office/powerpoint/2010/main" val="276941878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42900" y="5956300"/>
            <a:ext cx="215900" cy="215900"/>
          </a:xfrm>
          <a:prstGeom prst="ellipse">
            <a:avLst/>
          </a:prstGeom>
          <a:solidFill>
            <a:srgbClr val="0F18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342900" y="4013200"/>
            <a:ext cx="215900" cy="215900"/>
          </a:xfrm>
          <a:prstGeom prst="ellipse">
            <a:avLst/>
          </a:prstGeom>
          <a:solidFill>
            <a:srgbClr val="0034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342900" y="6299200"/>
            <a:ext cx="215900" cy="215900"/>
          </a:xfrm>
          <a:prstGeom prst="ellipse">
            <a:avLst/>
          </a:prstGeom>
          <a:solidFill>
            <a:srgbClr val="3171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-342900" y="3670300"/>
            <a:ext cx="215900" cy="215900"/>
          </a:xfrm>
          <a:prstGeom prst="ellipse">
            <a:avLst/>
          </a:prstGeom>
          <a:solidFill>
            <a:srgbClr val="C51F1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-342900" y="6642100"/>
            <a:ext cx="215900" cy="215900"/>
          </a:xfrm>
          <a:prstGeom prst="ellipse">
            <a:avLst/>
          </a:prstGeom>
          <a:solidFill>
            <a:srgbClr val="BBBBB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-419100" y="2832100"/>
            <a:ext cx="38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品牌色→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-419100" y="-101600"/>
            <a:ext cx="3810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分班颜色→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-330200" y="965200"/>
            <a:ext cx="177800" cy="177800"/>
          </a:xfrm>
          <a:prstGeom prst="roundRect">
            <a:avLst>
              <a:gd name="adj" fmla="val 0"/>
            </a:avLst>
          </a:prstGeom>
          <a:solidFill>
            <a:srgbClr val="3271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-330200" y="1270000"/>
            <a:ext cx="177800" cy="177800"/>
          </a:xfrm>
          <a:prstGeom prst="roundRect">
            <a:avLst>
              <a:gd name="adj" fmla="val 0"/>
            </a:avLst>
          </a:prstGeom>
          <a:solidFill>
            <a:srgbClr val="F3BA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-330200" y="1574800"/>
            <a:ext cx="177800" cy="177800"/>
          </a:xfrm>
          <a:prstGeom prst="roundRect">
            <a:avLst>
              <a:gd name="adj" fmla="val 0"/>
            </a:avLst>
          </a:prstGeom>
          <a:solidFill>
            <a:srgbClr val="C51F1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-330200" y="1879600"/>
            <a:ext cx="177800" cy="177800"/>
          </a:xfrm>
          <a:prstGeom prst="roundRect">
            <a:avLst>
              <a:gd name="adj" fmla="val 0"/>
            </a:avLst>
          </a:prstGeom>
          <a:solidFill>
            <a:srgbClr val="0033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-419100" y="5118100"/>
            <a:ext cx="38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辅助色→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80100" y="0"/>
            <a:ext cx="431800" cy="38100"/>
          </a:xfrm>
          <a:prstGeom prst="roundRect">
            <a:avLst>
              <a:gd name="adj" fmla="val 0"/>
            </a:avLst>
          </a:prstGeom>
          <a:solidFill>
            <a:srgbClr val="3271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5500" y="38100"/>
            <a:ext cx="105283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讲师体系</a:t>
            </a:r>
            <a:r>
              <a:rPr lang="en-US" altLang="zh-CN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1.0</a:t>
            </a: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的成功实践与成果沉淀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25500" y="1397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52500" y="1524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全国讲师队伍规模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2032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271F5"/>
                </a:solidFill>
                <a:latin typeface="Noto Sans SC"/>
                <a:ea typeface="Noto Sans SC"/>
                <a:cs typeface="Noto Sans SC"/>
                <a:sym typeface="Noto Sans SC"/>
              </a:rPr>
              <a:t>11,863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人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45000" y="1397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572000" y="1524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业务覆盖城市范围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72000" y="2032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3BA1E"/>
                </a:solidFill>
                <a:latin typeface="Noto Sans SC"/>
                <a:ea typeface="Noto Sans SC"/>
                <a:cs typeface="Noto Sans SC"/>
                <a:sym typeface="Noto Sans SC"/>
              </a:rPr>
              <a:t>92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个核心城市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64500" y="1397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191500" y="1524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协同共建培训组织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91500" y="2032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个专业组织体系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4092">
            <a:off x="825504" y="329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Connector 29"/>
          <p:cNvCxnSpPr/>
          <p:nvPr/>
        </p:nvCxnSpPr>
        <p:spPr>
          <a:xfrm rot="5357030">
            <a:off x="2984500" y="4819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6713704" y="3556000"/>
            <a:ext cx="4906796" cy="1905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956384" y="3683000"/>
            <a:ext cx="460061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▌ </a:t>
            </a:r>
            <a:r>
              <a:rPr lang="en-US" sz="18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星级体系的价值和贡献</a:t>
            </a:r>
            <a:r>
              <a:rPr lang="zh-CN" altLang="en-US" sz="1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8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b="1" dirty="0" err="1">
                <a:solidFill>
                  <a:srgbClr val="1F2329"/>
                </a:solidFill>
                <a:latin typeface="Noto Sans SC"/>
                <a:sym typeface="Noto Sans SC"/>
              </a:rPr>
              <a:t>标准课程的传播和讲师规模的建设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8255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3271F5">
              <a:alpha val="10000"/>
            </a:srgbClr>
          </a:solidFill>
          <a:ln w="12700" cap="flat" cmpd="sng">
            <a:solidFill>
              <a:srgbClr val="3271F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952500" y="59055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r>
              <a:rPr lang="en-US" sz="14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星级讲师体系不仅完成了讲师队伍的规模化建设，更从机制上解决了标准课程的传播难题，为业务发展提供了可持续的人才支撑</a:t>
            </a:r>
            <a:r>
              <a:rPr lang="en-US" sz="1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EF874C05-0425-47D9-626D-029192DFF12A}"/>
              </a:ext>
            </a:extLst>
          </p:cNvPr>
          <p:cNvSpPr txBox="1"/>
          <p:nvPr/>
        </p:nvSpPr>
        <p:spPr>
          <a:xfrm>
            <a:off x="816016" y="3174356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rPr dirty="0" err="1"/>
              <a:t>讲师星级结构</a:t>
            </a:r>
            <a:endParaRPr dirty="0"/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EA0261EB-CB4E-1649-5193-3F6F5CF8A8D4}"/>
              </a:ext>
            </a:extLst>
          </p:cNvPr>
          <p:cNvSpPr txBox="1"/>
          <p:nvPr/>
        </p:nvSpPr>
        <p:spPr>
          <a:xfrm>
            <a:off x="816016" y="3585836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一星</a:t>
            </a:r>
          </a:p>
        </p:txBody>
      </p:sp>
      <p:sp>
        <p:nvSpPr>
          <p:cNvPr id="38" name="Rectangle 17">
            <a:extLst>
              <a:ext uri="{FF2B5EF4-FFF2-40B4-BE49-F238E27FC236}">
                <a16:creationId xmlns:a16="http://schemas.microsoft.com/office/drawing/2014/main" id="{E723AD71-5474-BB86-44F3-3F57A02ED10E}"/>
              </a:ext>
            </a:extLst>
          </p:cNvPr>
          <p:cNvSpPr/>
          <p:nvPr/>
        </p:nvSpPr>
        <p:spPr>
          <a:xfrm>
            <a:off x="1363498" y="3658988"/>
            <a:ext cx="4114800" cy="2286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CAF2BFA7-040C-CED8-D066-500AFE8D9A6A}"/>
              </a:ext>
            </a:extLst>
          </p:cNvPr>
          <p:cNvSpPr txBox="1"/>
          <p:nvPr/>
        </p:nvSpPr>
        <p:spPr>
          <a:xfrm>
            <a:off x="5542731" y="3678546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5,377人  (45%)</a:t>
            </a:r>
          </a:p>
        </p:txBody>
      </p:sp>
      <p:sp>
        <p:nvSpPr>
          <p:cNvPr id="40" name="TextBox 19">
            <a:extLst>
              <a:ext uri="{FF2B5EF4-FFF2-40B4-BE49-F238E27FC236}">
                <a16:creationId xmlns:a16="http://schemas.microsoft.com/office/drawing/2014/main" id="{675F96CE-4100-BA38-01C9-A8088D10E46E}"/>
              </a:ext>
            </a:extLst>
          </p:cNvPr>
          <p:cNvSpPr txBox="1"/>
          <p:nvPr/>
        </p:nvSpPr>
        <p:spPr>
          <a:xfrm>
            <a:off x="816016" y="3997316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二星</a:t>
            </a:r>
          </a:p>
        </p:txBody>
      </p:sp>
      <p:sp>
        <p:nvSpPr>
          <p:cNvPr id="41" name="Rectangle 20">
            <a:extLst>
              <a:ext uri="{FF2B5EF4-FFF2-40B4-BE49-F238E27FC236}">
                <a16:creationId xmlns:a16="http://schemas.microsoft.com/office/drawing/2014/main" id="{931A8122-7401-C2E8-E21F-49A29D589A9C}"/>
              </a:ext>
            </a:extLst>
          </p:cNvPr>
          <p:cNvSpPr/>
          <p:nvPr/>
        </p:nvSpPr>
        <p:spPr>
          <a:xfrm>
            <a:off x="1363498" y="4070468"/>
            <a:ext cx="2011679" cy="2286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203E48C2-7A62-BC6C-8EF8-1D7FC2220D50}"/>
              </a:ext>
            </a:extLst>
          </p:cNvPr>
          <p:cNvSpPr txBox="1"/>
          <p:nvPr/>
        </p:nvSpPr>
        <p:spPr>
          <a:xfrm>
            <a:off x="3466617" y="3997316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2,616人  (22%)</a:t>
            </a: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BCB4900A-E1AB-A9CE-181F-58A60ADCC75F}"/>
              </a:ext>
            </a:extLst>
          </p:cNvPr>
          <p:cNvSpPr txBox="1"/>
          <p:nvPr/>
        </p:nvSpPr>
        <p:spPr>
          <a:xfrm>
            <a:off x="816016" y="4408796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三星</a:t>
            </a:r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FC51143D-FF4C-712D-9960-58845EBD9A5E}"/>
              </a:ext>
            </a:extLst>
          </p:cNvPr>
          <p:cNvSpPr/>
          <p:nvPr/>
        </p:nvSpPr>
        <p:spPr>
          <a:xfrm>
            <a:off x="1363498" y="4481948"/>
            <a:ext cx="2103120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97A0F61B-89D4-BB71-700B-21CF3E4D5726}"/>
              </a:ext>
            </a:extLst>
          </p:cNvPr>
          <p:cNvSpPr txBox="1"/>
          <p:nvPr/>
        </p:nvSpPr>
        <p:spPr>
          <a:xfrm>
            <a:off x="3558058" y="4408796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2,699人  (23%)</a:t>
            </a:r>
          </a:p>
        </p:txBody>
      </p:sp>
      <p:sp>
        <p:nvSpPr>
          <p:cNvPr id="46" name="TextBox 25">
            <a:extLst>
              <a:ext uri="{FF2B5EF4-FFF2-40B4-BE49-F238E27FC236}">
                <a16:creationId xmlns:a16="http://schemas.microsoft.com/office/drawing/2014/main" id="{AE64BD88-32BE-2CA8-63AF-D9EB80D7C2E0}"/>
              </a:ext>
            </a:extLst>
          </p:cNvPr>
          <p:cNvSpPr txBox="1"/>
          <p:nvPr/>
        </p:nvSpPr>
        <p:spPr>
          <a:xfrm>
            <a:off x="816016" y="4820276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四星</a:t>
            </a:r>
          </a:p>
        </p:txBody>
      </p:sp>
      <p:sp>
        <p:nvSpPr>
          <p:cNvPr id="47" name="Rectangle 26">
            <a:extLst>
              <a:ext uri="{FF2B5EF4-FFF2-40B4-BE49-F238E27FC236}">
                <a16:creationId xmlns:a16="http://schemas.microsoft.com/office/drawing/2014/main" id="{079C61C7-B0C6-5C45-35D4-987565BFE74D}"/>
              </a:ext>
            </a:extLst>
          </p:cNvPr>
          <p:cNvSpPr/>
          <p:nvPr/>
        </p:nvSpPr>
        <p:spPr>
          <a:xfrm>
            <a:off x="1363498" y="4893428"/>
            <a:ext cx="64008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27">
            <a:extLst>
              <a:ext uri="{FF2B5EF4-FFF2-40B4-BE49-F238E27FC236}">
                <a16:creationId xmlns:a16="http://schemas.microsoft.com/office/drawing/2014/main" id="{7488F832-8CCE-0B73-3F6E-7E795F56E93E}"/>
              </a:ext>
            </a:extLst>
          </p:cNvPr>
          <p:cNvSpPr txBox="1"/>
          <p:nvPr/>
        </p:nvSpPr>
        <p:spPr>
          <a:xfrm>
            <a:off x="2095018" y="4820276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812人  (7%)</a:t>
            </a:r>
          </a:p>
        </p:txBody>
      </p:sp>
      <p:sp>
        <p:nvSpPr>
          <p:cNvPr id="49" name="TextBox 28">
            <a:extLst>
              <a:ext uri="{FF2B5EF4-FFF2-40B4-BE49-F238E27FC236}">
                <a16:creationId xmlns:a16="http://schemas.microsoft.com/office/drawing/2014/main" id="{575AFFCD-E2D2-0628-A2F3-4BDA1EE87630}"/>
              </a:ext>
            </a:extLst>
          </p:cNvPr>
          <p:cNvSpPr txBox="1"/>
          <p:nvPr/>
        </p:nvSpPr>
        <p:spPr>
          <a:xfrm>
            <a:off x="816016" y="5231756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五星</a:t>
            </a:r>
          </a:p>
        </p:txBody>
      </p:sp>
      <p:sp>
        <p:nvSpPr>
          <p:cNvPr id="50" name="Rectangle 29">
            <a:extLst>
              <a:ext uri="{FF2B5EF4-FFF2-40B4-BE49-F238E27FC236}">
                <a16:creationId xmlns:a16="http://schemas.microsoft.com/office/drawing/2014/main" id="{589C47F7-7623-D854-CF46-FEDEAB065388}"/>
              </a:ext>
            </a:extLst>
          </p:cNvPr>
          <p:cNvSpPr/>
          <p:nvPr/>
        </p:nvSpPr>
        <p:spPr>
          <a:xfrm>
            <a:off x="1363498" y="5304908"/>
            <a:ext cx="27432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30">
            <a:extLst>
              <a:ext uri="{FF2B5EF4-FFF2-40B4-BE49-F238E27FC236}">
                <a16:creationId xmlns:a16="http://schemas.microsoft.com/office/drawing/2014/main" id="{53E5F4C7-A695-5CA9-6AF0-F870016846F9}"/>
              </a:ext>
            </a:extLst>
          </p:cNvPr>
          <p:cNvSpPr txBox="1"/>
          <p:nvPr/>
        </p:nvSpPr>
        <p:spPr>
          <a:xfrm>
            <a:off x="1729258" y="5231756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336人  (3%)</a:t>
            </a:r>
          </a:p>
        </p:txBody>
      </p:sp>
      <p:sp>
        <p:nvSpPr>
          <p:cNvPr id="54" name="Rectangle 33">
            <a:extLst>
              <a:ext uri="{FF2B5EF4-FFF2-40B4-BE49-F238E27FC236}">
                <a16:creationId xmlns:a16="http://schemas.microsoft.com/office/drawing/2014/main" id="{A9C8EFF5-EA8B-DB38-0564-9EA615BA4B19}"/>
              </a:ext>
            </a:extLst>
          </p:cNvPr>
          <p:cNvSpPr/>
          <p:nvPr/>
        </p:nvSpPr>
        <p:spPr>
          <a:xfrm>
            <a:off x="6941241" y="4439485"/>
            <a:ext cx="804797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经验</a:t>
            </a:r>
            <a:endParaRPr dirty="0"/>
          </a:p>
        </p:txBody>
      </p:sp>
      <p:sp>
        <p:nvSpPr>
          <p:cNvPr id="55" name="Rectangle 35">
            <a:extLst>
              <a:ext uri="{FF2B5EF4-FFF2-40B4-BE49-F238E27FC236}">
                <a16:creationId xmlns:a16="http://schemas.microsoft.com/office/drawing/2014/main" id="{DE7C2DC6-1C48-6432-4ACC-88AB73C38CFE}"/>
              </a:ext>
            </a:extLst>
          </p:cNvPr>
          <p:cNvSpPr/>
          <p:nvPr/>
        </p:nvSpPr>
        <p:spPr>
          <a:xfrm>
            <a:off x="8078822" y="4439485"/>
            <a:ext cx="804797" cy="36576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课程</a:t>
            </a:r>
          </a:p>
        </p:txBody>
      </p:sp>
      <p:sp>
        <p:nvSpPr>
          <p:cNvPr id="56" name="Rectangle 37">
            <a:extLst>
              <a:ext uri="{FF2B5EF4-FFF2-40B4-BE49-F238E27FC236}">
                <a16:creationId xmlns:a16="http://schemas.microsoft.com/office/drawing/2014/main" id="{BB4885A6-6927-E3B4-546B-2F7D2A24A51D}"/>
              </a:ext>
            </a:extLst>
          </p:cNvPr>
          <p:cNvSpPr/>
          <p:nvPr/>
        </p:nvSpPr>
        <p:spPr>
          <a:xfrm>
            <a:off x="9216403" y="4432845"/>
            <a:ext cx="804797" cy="36576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讲师</a:t>
            </a:r>
            <a:endParaRPr dirty="0"/>
          </a:p>
        </p:txBody>
      </p:sp>
      <p:sp>
        <p:nvSpPr>
          <p:cNvPr id="57" name="Rectangle 39">
            <a:extLst>
              <a:ext uri="{FF2B5EF4-FFF2-40B4-BE49-F238E27FC236}">
                <a16:creationId xmlns:a16="http://schemas.microsoft.com/office/drawing/2014/main" id="{42692668-92C1-DF77-1973-C3005C791E7D}"/>
              </a:ext>
            </a:extLst>
          </p:cNvPr>
          <p:cNvSpPr/>
          <p:nvPr/>
        </p:nvSpPr>
        <p:spPr>
          <a:xfrm>
            <a:off x="10353983" y="4439485"/>
            <a:ext cx="804797" cy="36576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传播</a:t>
            </a:r>
            <a:endParaRPr dirty="0"/>
          </a:p>
        </p:txBody>
      </p:sp>
      <p:sp>
        <p:nvSpPr>
          <p:cNvPr id="58" name="TextBox 40">
            <a:extLst>
              <a:ext uri="{FF2B5EF4-FFF2-40B4-BE49-F238E27FC236}">
                <a16:creationId xmlns:a16="http://schemas.microsoft.com/office/drawing/2014/main" id="{CAF48BCE-F6F1-38AB-0BC4-E5ED2ABB22EC}"/>
              </a:ext>
            </a:extLst>
          </p:cNvPr>
          <p:cNvSpPr txBox="1"/>
          <p:nvPr/>
        </p:nvSpPr>
        <p:spPr>
          <a:xfrm>
            <a:off x="6849706" y="4991210"/>
            <a:ext cx="46006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rPr dirty="0" err="1"/>
              <a:t>形成：课程体系</a:t>
            </a:r>
            <a:r>
              <a:rPr dirty="0"/>
              <a:t> · </a:t>
            </a:r>
            <a:r>
              <a:rPr dirty="0" err="1"/>
              <a:t>讲师体系</a:t>
            </a:r>
            <a:r>
              <a:rPr dirty="0"/>
              <a:t> · </a:t>
            </a:r>
            <a:r>
              <a:rPr dirty="0" err="1"/>
              <a:t>星级体系</a:t>
            </a:r>
            <a:endParaRPr dirty="0"/>
          </a:p>
        </p:txBody>
      </p:sp>
      <p:sp>
        <p:nvSpPr>
          <p:cNvPr id="60" name="TextBox 34">
            <a:extLst>
              <a:ext uri="{FF2B5EF4-FFF2-40B4-BE49-F238E27FC236}">
                <a16:creationId xmlns:a16="http://schemas.microsoft.com/office/drawing/2014/main" id="{62CFAF34-1D29-7F6D-5D1C-26D36F0A28A8}"/>
              </a:ext>
            </a:extLst>
          </p:cNvPr>
          <p:cNvSpPr txBox="1"/>
          <p:nvPr/>
        </p:nvSpPr>
        <p:spPr>
          <a:xfrm>
            <a:off x="7792698" y="4449069"/>
            <a:ext cx="228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rPr dirty="0"/>
              <a:t>→</a:t>
            </a:r>
          </a:p>
        </p:txBody>
      </p:sp>
      <p:sp>
        <p:nvSpPr>
          <p:cNvPr id="61" name="TextBox 36">
            <a:extLst>
              <a:ext uri="{FF2B5EF4-FFF2-40B4-BE49-F238E27FC236}">
                <a16:creationId xmlns:a16="http://schemas.microsoft.com/office/drawing/2014/main" id="{B007DC29-123A-5C71-FB39-E111093AB404}"/>
              </a:ext>
            </a:extLst>
          </p:cNvPr>
          <p:cNvSpPr txBox="1"/>
          <p:nvPr/>
        </p:nvSpPr>
        <p:spPr>
          <a:xfrm>
            <a:off x="8935711" y="4449069"/>
            <a:ext cx="228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rPr dirty="0"/>
              <a:t>→</a:t>
            </a:r>
          </a:p>
        </p:txBody>
      </p:sp>
      <p:sp>
        <p:nvSpPr>
          <p:cNvPr id="62" name="TextBox 36">
            <a:extLst>
              <a:ext uri="{FF2B5EF4-FFF2-40B4-BE49-F238E27FC236}">
                <a16:creationId xmlns:a16="http://schemas.microsoft.com/office/drawing/2014/main" id="{C7146D5A-A116-4286-9EAC-690AC93A80FB}"/>
              </a:ext>
            </a:extLst>
          </p:cNvPr>
          <p:cNvSpPr txBox="1"/>
          <p:nvPr/>
        </p:nvSpPr>
        <p:spPr>
          <a:xfrm>
            <a:off x="10078724" y="4449069"/>
            <a:ext cx="228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rPr dirty="0"/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42900" y="5956300"/>
            <a:ext cx="215900" cy="215900"/>
          </a:xfrm>
          <a:prstGeom prst="ellipse">
            <a:avLst/>
          </a:prstGeom>
          <a:solidFill>
            <a:srgbClr val="0F18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342900" y="4013200"/>
            <a:ext cx="215900" cy="215900"/>
          </a:xfrm>
          <a:prstGeom prst="ellipse">
            <a:avLst/>
          </a:prstGeom>
          <a:solidFill>
            <a:srgbClr val="0034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342900" y="6299200"/>
            <a:ext cx="215900" cy="215900"/>
          </a:xfrm>
          <a:prstGeom prst="ellipse">
            <a:avLst/>
          </a:prstGeom>
          <a:solidFill>
            <a:srgbClr val="3171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-342900" y="3670300"/>
            <a:ext cx="215900" cy="215900"/>
          </a:xfrm>
          <a:prstGeom prst="ellipse">
            <a:avLst/>
          </a:prstGeom>
          <a:solidFill>
            <a:srgbClr val="C51F1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-342900" y="6642100"/>
            <a:ext cx="215900" cy="215900"/>
          </a:xfrm>
          <a:prstGeom prst="ellipse">
            <a:avLst/>
          </a:prstGeom>
          <a:solidFill>
            <a:srgbClr val="BBBBB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-419100" y="2832100"/>
            <a:ext cx="38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品牌色→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-419100" y="-101600"/>
            <a:ext cx="3810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分班颜色→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-330200" y="965200"/>
            <a:ext cx="177800" cy="177800"/>
          </a:xfrm>
          <a:prstGeom prst="roundRect">
            <a:avLst>
              <a:gd name="adj" fmla="val 0"/>
            </a:avLst>
          </a:prstGeom>
          <a:solidFill>
            <a:srgbClr val="3271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-330200" y="1270000"/>
            <a:ext cx="177800" cy="177800"/>
          </a:xfrm>
          <a:prstGeom prst="roundRect">
            <a:avLst>
              <a:gd name="adj" fmla="val 0"/>
            </a:avLst>
          </a:prstGeom>
          <a:solidFill>
            <a:srgbClr val="F3BA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-330200" y="1574800"/>
            <a:ext cx="177800" cy="177800"/>
          </a:xfrm>
          <a:prstGeom prst="roundRect">
            <a:avLst>
              <a:gd name="adj" fmla="val 0"/>
            </a:avLst>
          </a:prstGeom>
          <a:solidFill>
            <a:srgbClr val="C51F1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-330200" y="1879600"/>
            <a:ext cx="177800" cy="177800"/>
          </a:xfrm>
          <a:prstGeom prst="roundRect">
            <a:avLst>
              <a:gd name="adj" fmla="val 0"/>
            </a:avLst>
          </a:prstGeom>
          <a:solidFill>
            <a:srgbClr val="0033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-419100" y="5118100"/>
            <a:ext cx="38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辅助色→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80100" y="0"/>
            <a:ext cx="431800" cy="38100"/>
          </a:xfrm>
          <a:prstGeom prst="roundRect">
            <a:avLst>
              <a:gd name="adj" fmla="val 0"/>
            </a:avLst>
          </a:prstGeom>
          <a:solidFill>
            <a:srgbClr val="3271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5500" y="38100"/>
            <a:ext cx="105283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algn="ctr"/>
            <a:r>
              <a:rPr lang="zh-CN" altLang="en-US" sz="3200" b="1" dirty="0">
                <a:solidFill>
                  <a:srgbClr val="1F2329"/>
                </a:solidFill>
                <a:latin typeface="Noto Sans SC"/>
              </a:rPr>
              <a:t>讲师体系</a:t>
            </a:r>
            <a:r>
              <a:rPr lang="en-US" altLang="zh-CN" sz="3200" b="1" dirty="0">
                <a:solidFill>
                  <a:srgbClr val="1F2329"/>
                </a:solidFill>
                <a:latin typeface="Noto Sans SC"/>
              </a:rPr>
              <a:t>1.0</a:t>
            </a:r>
            <a:r>
              <a:rPr lang="zh-CN" altLang="en-US" sz="3200" b="1" dirty="0">
                <a:solidFill>
                  <a:srgbClr val="1F2329"/>
                </a:solidFill>
                <a:latin typeface="Noto Sans SC"/>
              </a:rPr>
              <a:t>成功之后的新课题</a:t>
            </a:r>
            <a:endParaRPr lang="en-US" sz="3200" b="1" dirty="0">
              <a:solidFill>
                <a:srgbClr val="1F2329"/>
              </a:solidFill>
              <a:latin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98500" y="1143000"/>
            <a:ext cx="10795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98500" y="152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25500" y="1651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34A7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800" b="1" i="0" u="none" strike="noStrike" dirty="0" err="1">
                <a:solidFill>
                  <a:srgbClr val="0034A7"/>
                </a:solidFill>
                <a:latin typeface="Noto Sans SC"/>
                <a:ea typeface="Noto Sans SC"/>
                <a:cs typeface="Noto Sans SC"/>
                <a:sym typeface="Noto Sans SC"/>
              </a:rPr>
              <a:t>讲师活跃度严重不足</a:t>
            </a:r>
            <a:endParaRPr lang="en-US" sz="1100" dirty="0"/>
          </a:p>
        </p:txBody>
      </p:sp>
      <p:cxnSp>
        <p:nvCxnSpPr>
          <p:cNvPr id="19" name="Connector 19"/>
          <p:cNvCxnSpPr/>
          <p:nvPr/>
        </p:nvCxnSpPr>
        <p:spPr>
          <a:xfrm rot="-13750">
            <a:off x="825513" y="2152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271F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4381500" y="152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508500" y="1651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02 成长梯队断层明显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3750">
            <a:off x="4508513" y="2152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BA1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064500" y="152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8191500" y="1651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b="1" dirty="0" err="1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贡献评估维度单一</a:t>
            </a:r>
            <a:endParaRPr lang="en-US" sz="1100" dirty="0"/>
          </a:p>
        </p:txBody>
      </p:sp>
      <p:cxnSp>
        <p:nvCxnSpPr>
          <p:cNvPr id="27" name="Connector 27"/>
          <p:cNvCxnSpPr/>
          <p:nvPr/>
        </p:nvCxnSpPr>
        <p:spPr>
          <a:xfrm rot="-13750">
            <a:off x="8191513" y="2152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1F1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98500" y="3810000"/>
            <a:ext cx="10795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98500" y="4064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25500" y="4191000"/>
            <a:ext cx="5016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📋 “</a:t>
            </a:r>
            <a:r>
              <a:rPr lang="en-US" sz="16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显性指标”的管控</a:t>
            </a:r>
            <a:endParaRPr lang="en-US" sz="1100" dirty="0"/>
          </a:p>
        </p:txBody>
      </p:sp>
      <p:sp>
        <p:nvSpPr>
          <p:cNvPr id="32" name="AutoShape 32"/>
          <p:cNvSpPr/>
          <p:nvPr/>
        </p:nvSpPr>
        <p:spPr>
          <a:xfrm>
            <a:off x="825500" y="4572000"/>
            <a:ext cx="501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聚焦于授课次数、时长、学员满意度等基础数据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</a:p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关注“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有没有讲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无法衡量“讲得好不好、有没有用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”。</a:t>
            </a:r>
            <a:endParaRPr lang="en-US" sz="1100" dirty="0"/>
          </a:p>
        </p:txBody>
      </p:sp>
      <p:sp>
        <p:nvSpPr>
          <p:cNvPr id="33" name="AutoShape 33"/>
          <p:cNvSpPr/>
          <p:nvPr/>
        </p:nvSpPr>
        <p:spPr>
          <a:xfrm>
            <a:off x="6223000" y="4064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350000" y="4191000"/>
            <a:ext cx="5016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💡 “</a:t>
            </a:r>
            <a:r>
              <a:rPr lang="en-US" sz="1600" b="1" dirty="0" err="1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隐性能力</a:t>
            </a:r>
            <a:r>
              <a:rPr lang="en-US" sz="1600" b="1" i="0" u="none" strike="noStrike" dirty="0" err="1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”的忽视</a:t>
            </a:r>
            <a:endParaRPr lang="en-US" sz="1100" dirty="0"/>
          </a:p>
        </p:txBody>
      </p:sp>
      <p:sp>
        <p:nvSpPr>
          <p:cNvPr id="35" name="AutoShape 35"/>
          <p:cNvSpPr/>
          <p:nvPr/>
        </p:nvSpPr>
        <p:spPr>
          <a:xfrm>
            <a:off x="6350000" y="4572000"/>
            <a:ext cx="501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面对不确定性</a:t>
            </a: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AI实践应用、消费者深度洞察、真实业务案例沉淀以及团队创新经验总结</a:t>
            </a:r>
            <a:r>
              <a:rPr lang="en-US" sz="13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的记录</a:t>
            </a: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，变成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驱动业务发展的关键内容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6" name="AutoShape 36"/>
          <p:cNvSpPr/>
          <p:nvPr/>
        </p:nvSpPr>
        <p:spPr>
          <a:xfrm>
            <a:off x="698500" y="5715000"/>
            <a:ext cx="107950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825500" y="5842000"/>
            <a:ext cx="1054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核心洞察：解决了“有没有讲师”的数量问题，但尚未解决“有没有持续创造高价值内容的讲师”的质量问题</a:t>
            </a:r>
            <a:endParaRPr lang="en-US" sz="1600" b="0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1E5CCE76-4AB9-7DD3-5473-D112F77688D1}"/>
              </a:ext>
            </a:extLst>
          </p:cNvPr>
          <p:cNvSpPr txBox="1"/>
          <p:nvPr/>
        </p:nvSpPr>
        <p:spPr>
          <a:xfrm>
            <a:off x="943337" y="2242820"/>
            <a:ext cx="2355448" cy="26078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32.4% </a:t>
            </a:r>
            <a:r>
              <a:rPr dirty="0" err="1"/>
              <a:t>讲师</a:t>
            </a:r>
            <a:r>
              <a:rPr dirty="0"/>
              <a:t> 0次授课</a:t>
            </a: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6793AA17-6CD0-5FDC-9BFC-D6360312EEC5}"/>
              </a:ext>
            </a:extLst>
          </p:cNvPr>
          <p:cNvSpPr txBox="1"/>
          <p:nvPr/>
        </p:nvSpPr>
        <p:spPr>
          <a:xfrm>
            <a:off x="943337" y="2621260"/>
            <a:ext cx="2355448" cy="26078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授课中位数仅</a:t>
            </a:r>
            <a:r>
              <a:rPr dirty="0"/>
              <a:t> 1次</a:t>
            </a: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486E0B3A-97AD-4432-5223-88415B1929B6}"/>
              </a:ext>
            </a:extLst>
          </p:cNvPr>
          <p:cNvSpPr txBox="1"/>
          <p:nvPr/>
        </p:nvSpPr>
        <p:spPr>
          <a:xfrm>
            <a:off x="943337" y="3005653"/>
            <a:ext cx="2355448" cy="26078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人均授课</a:t>
            </a:r>
            <a:r>
              <a:rPr dirty="0"/>
              <a:t> 2.26次</a:t>
            </a:r>
          </a:p>
        </p:txBody>
      </p:sp>
      <p:sp>
        <p:nvSpPr>
          <p:cNvPr id="41" name="TextBox 15">
            <a:extLst>
              <a:ext uri="{FF2B5EF4-FFF2-40B4-BE49-F238E27FC236}">
                <a16:creationId xmlns:a16="http://schemas.microsoft.com/office/drawing/2014/main" id="{016CD573-BD90-31FB-1956-1A521705395C}"/>
              </a:ext>
            </a:extLst>
          </p:cNvPr>
          <p:cNvSpPr txBox="1"/>
          <p:nvPr/>
        </p:nvSpPr>
        <p:spPr>
          <a:xfrm>
            <a:off x="4508500" y="22428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67% </a:t>
            </a:r>
            <a:r>
              <a:rPr dirty="0" err="1"/>
              <a:t>集中在一星、二星</a:t>
            </a:r>
            <a:endParaRPr dirty="0"/>
          </a:p>
        </p:txBody>
      </p:sp>
      <p:sp>
        <p:nvSpPr>
          <p:cNvPr id="42" name="TextBox 16">
            <a:extLst>
              <a:ext uri="{FF2B5EF4-FFF2-40B4-BE49-F238E27FC236}">
                <a16:creationId xmlns:a16="http://schemas.microsoft.com/office/drawing/2014/main" id="{4A3FB558-F0B8-1ED5-8C56-747C6472C258}"/>
              </a:ext>
            </a:extLst>
          </p:cNvPr>
          <p:cNvSpPr txBox="1"/>
          <p:nvPr/>
        </p:nvSpPr>
        <p:spPr>
          <a:xfrm>
            <a:off x="4508500" y="262126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高星级讲师占比偏低</a:t>
            </a:r>
            <a:endParaRPr dirty="0"/>
          </a:p>
        </p:txBody>
      </p:sp>
      <p:sp>
        <p:nvSpPr>
          <p:cNvPr id="43" name="TextBox 17">
            <a:extLst>
              <a:ext uri="{FF2B5EF4-FFF2-40B4-BE49-F238E27FC236}">
                <a16:creationId xmlns:a16="http://schemas.microsoft.com/office/drawing/2014/main" id="{836BDFF5-2801-38AE-B2AF-B03C4709C6E3}"/>
              </a:ext>
            </a:extLst>
          </p:cNvPr>
          <p:cNvSpPr txBox="1"/>
          <p:nvPr/>
        </p:nvSpPr>
        <p:spPr>
          <a:xfrm>
            <a:off x="4508500" y="3005653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成长</a:t>
            </a:r>
            <a:r>
              <a:rPr lang="zh-CN" altLang="en-US" dirty="0"/>
              <a:t>评估</a:t>
            </a:r>
            <a:r>
              <a:rPr dirty="0" err="1"/>
              <a:t>不</a:t>
            </a:r>
            <a:r>
              <a:rPr lang="zh-CN" altLang="en-US" dirty="0"/>
              <a:t>明确</a:t>
            </a:r>
            <a:endParaRPr dirty="0"/>
          </a:p>
        </p:txBody>
      </p:sp>
      <p:sp>
        <p:nvSpPr>
          <p:cNvPr id="44" name="TextBox 27">
            <a:extLst>
              <a:ext uri="{FF2B5EF4-FFF2-40B4-BE49-F238E27FC236}">
                <a16:creationId xmlns:a16="http://schemas.microsoft.com/office/drawing/2014/main" id="{320C790E-E2C2-3801-2B39-EC26DC7D4888}"/>
              </a:ext>
            </a:extLst>
          </p:cNvPr>
          <p:cNvSpPr txBox="1"/>
          <p:nvPr/>
        </p:nvSpPr>
        <p:spPr>
          <a:xfrm>
            <a:off x="8191500" y="22428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授课次数</a:t>
            </a:r>
            <a:endParaRPr dirty="0"/>
          </a:p>
        </p:txBody>
      </p:sp>
      <p:sp>
        <p:nvSpPr>
          <p:cNvPr id="45" name="TextBox 28">
            <a:extLst>
              <a:ext uri="{FF2B5EF4-FFF2-40B4-BE49-F238E27FC236}">
                <a16:creationId xmlns:a16="http://schemas.microsoft.com/office/drawing/2014/main" id="{B1DD6BB0-057A-3AD2-C824-34853CA28AEB}"/>
              </a:ext>
            </a:extLst>
          </p:cNvPr>
          <p:cNvSpPr txBox="1"/>
          <p:nvPr/>
        </p:nvSpPr>
        <p:spPr>
          <a:xfrm>
            <a:off x="8191500" y="262126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授课时长</a:t>
            </a:r>
            <a:endParaRPr dirty="0"/>
          </a:p>
        </p:txBody>
      </p:sp>
      <p:sp>
        <p:nvSpPr>
          <p:cNvPr id="46" name="TextBox 29">
            <a:extLst>
              <a:ext uri="{FF2B5EF4-FFF2-40B4-BE49-F238E27FC236}">
                <a16:creationId xmlns:a16="http://schemas.microsoft.com/office/drawing/2014/main" id="{74CD4C7A-F6EF-5052-567B-088AD583830D}"/>
              </a:ext>
            </a:extLst>
          </p:cNvPr>
          <p:cNvSpPr txBox="1"/>
          <p:nvPr/>
        </p:nvSpPr>
        <p:spPr>
          <a:xfrm>
            <a:off x="8191500" y="3005653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lang="zh-CN" altLang="en-US" dirty="0"/>
              <a:t>授课</a:t>
            </a:r>
            <a:r>
              <a:rPr dirty="0" err="1"/>
              <a:t>满意度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629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28599"/>
            <a:ext cx="10058400" cy="640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32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r>
              <a:rPr dirty="0" err="1"/>
              <a:t>组织需求</a:t>
            </a:r>
            <a:r>
              <a:rPr lang="zh-CN" altLang="en-US" dirty="0"/>
              <a:t>：从讲授分享到实践赋能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A3B8"/>
                </a:solidFill>
                <a:latin typeface="Microsoft YaHei"/>
              </a:defRPr>
            </a:pPr>
            <a:r>
              <a:rPr dirty="0" err="1"/>
              <a:t>过去</a:t>
            </a:r>
            <a:r>
              <a:rPr dirty="0"/>
              <a:t>  </a:t>
            </a:r>
            <a:r>
              <a:rPr lang="en-US" altLang="zh-CN" dirty="0"/>
              <a:t>·</a:t>
            </a:r>
            <a:r>
              <a:rPr lang="zh-CN" altLang="en-US" dirty="0"/>
              <a:t>组织缺“固化知识”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A56DB"/>
                </a:solidFill>
                <a:latin typeface="Microsoft YaHei"/>
              </a:defRPr>
            </a:pPr>
            <a:r>
              <a:rPr lang="zh-CN" altLang="en-US" sz="2400" b="1" i="0" u="none" strike="noStrike" dirty="0">
                <a:solidFill>
                  <a:srgbClr val="0033A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altLang="zh-CN" sz="2400" b="1" i="0" u="none" strike="noStrike" dirty="0" err="1">
                <a:solidFill>
                  <a:srgbClr val="0033A0"/>
                </a:solidFill>
                <a:latin typeface="Noto Sans SC"/>
                <a:ea typeface="Noto Sans SC"/>
                <a:cs typeface="Noto Sans SC"/>
                <a:sym typeface="Noto Sans SC"/>
              </a:rPr>
              <a:t>经验复制</a:t>
            </a:r>
            <a:endParaRPr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rPr dirty="0" err="1"/>
              <a:t>因此关注</a:t>
            </a:r>
            <a:r>
              <a:rPr dirty="0"/>
              <a:t>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◆  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◆  </a:t>
            </a:r>
            <a:r>
              <a:rPr dirty="0" err="1"/>
              <a:t>讲师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◆  授课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200400"/>
            <a:ext cx="731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59E0B"/>
                </a:solidFill>
                <a:latin typeface="Microsoft YaHei"/>
              </a:defRPr>
            </a:pPr>
            <a:r>
              <a:t>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365274"/>
            <a:ext cx="5303520" cy="4572000"/>
          </a:xfrm>
          <a:prstGeom prst="rect">
            <a:avLst/>
          </a:prstGeom>
          <a:solidFill>
            <a:srgbClr val="FE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A3B8"/>
                </a:solidFill>
                <a:latin typeface="Microsoft YaHei"/>
              </a:defRPr>
            </a:pPr>
            <a:r>
              <a:rPr dirty="0" err="1"/>
              <a:t>今天</a:t>
            </a:r>
            <a:r>
              <a:rPr dirty="0"/>
              <a:t>  ·  </a:t>
            </a:r>
            <a:r>
              <a:rPr dirty="0" err="1"/>
              <a:t>组织缺</a:t>
            </a:r>
            <a:r>
              <a:rPr lang="zh-CN" altLang="en-US" dirty="0"/>
              <a:t>“创新能力”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675120" y="1874519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9E0B"/>
                </a:solidFill>
                <a:latin typeface="Microsoft YaHei"/>
              </a:defRPr>
            </a:pPr>
            <a:r>
              <a:rPr lang="zh-CN" altLang="en-US" sz="2400" dirty="0"/>
              <a:t>核心目标：实践突破</a:t>
            </a:r>
            <a:endParaRPr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6675120" y="25603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组织越来越关注：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9260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◆  AI </a:t>
            </a:r>
            <a:r>
              <a:rPr dirty="0" err="1"/>
              <a:t>如何帮助业务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949440" y="33375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◆  </a:t>
            </a:r>
            <a:r>
              <a:rPr dirty="0" err="1"/>
              <a:t>消费者发生什么变化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949440" y="37490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◆  </a:t>
            </a:r>
            <a:r>
              <a:rPr dirty="0" err="1"/>
              <a:t>哪个区域做出了创新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949440" y="41605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◆  </a:t>
            </a:r>
            <a:r>
              <a:rPr dirty="0" err="1"/>
              <a:t>哪个团队形成了突破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40"/>
              </a:lnSpc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过去培训解决经验复制，未来培训推动实践创新。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4/7</a:t>
            </a: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BE5711AE-2DC6-9CE5-092B-88F8B39123F1}"/>
              </a:ext>
            </a:extLst>
          </p:cNvPr>
          <p:cNvSpPr/>
          <p:nvPr/>
        </p:nvSpPr>
        <p:spPr>
          <a:xfrm>
            <a:off x="515768" y="4606493"/>
            <a:ext cx="5003504" cy="11614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34" name="Rectangle 24">
            <a:extLst>
              <a:ext uri="{FF2B5EF4-FFF2-40B4-BE49-F238E27FC236}">
                <a16:creationId xmlns:a16="http://schemas.microsoft.com/office/drawing/2014/main" id="{4CD1E335-1A3C-15B9-EF54-9415D1B0342D}"/>
              </a:ext>
            </a:extLst>
          </p:cNvPr>
          <p:cNvSpPr/>
          <p:nvPr/>
        </p:nvSpPr>
        <p:spPr>
          <a:xfrm>
            <a:off x="6509140" y="4593164"/>
            <a:ext cx="4995400" cy="1143000"/>
          </a:xfrm>
          <a:prstGeom prst="rect">
            <a:avLst/>
          </a:prstGeom>
          <a:solidFill>
            <a:srgbClr val="FD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9E0B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31520" y="469907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rPr dirty="0" err="1">
                <a:solidFill>
                  <a:schemeClr val="tx1"/>
                </a:solidFill>
              </a:rPr>
              <a:t>培训解决的是</a:t>
            </a:r>
            <a:r>
              <a:rPr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134A9A1-5039-179A-AD61-F262E13C5B61}"/>
              </a:ext>
            </a:extLst>
          </p:cNvPr>
          <p:cNvSpPr txBox="1"/>
          <p:nvPr/>
        </p:nvSpPr>
        <p:spPr>
          <a:xfrm>
            <a:off x="731520" y="4983480"/>
            <a:ext cx="4498848" cy="7042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50000"/>
              </a:lnSpc>
              <a:defRPr sz="1400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en-US" altLang="zh-CN" dirty="0" err="1">
                <a:solidFill>
                  <a:schemeClr val="tx1"/>
                </a:solidFill>
                <a:sym typeface="Noto Sans SC"/>
              </a:rPr>
              <a:t>将已有成功经验进行规模化复制的问题</a:t>
            </a:r>
            <a:r>
              <a:rPr lang="en-US" altLang="zh-CN" dirty="0">
                <a:solidFill>
                  <a:schemeClr val="tx1"/>
                </a:solidFill>
                <a:sym typeface="Noto Sans SC"/>
              </a:rPr>
              <a:t>，</a:t>
            </a:r>
          </a:p>
          <a:p>
            <a:r>
              <a:rPr lang="en-US" altLang="zh-CN" dirty="0" err="1">
                <a:solidFill>
                  <a:schemeClr val="tx1"/>
                </a:solidFill>
                <a:sym typeface="Noto Sans SC"/>
              </a:rPr>
              <a:t>确保基础业务能力的统一传递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D5770DF-9E21-448E-C1A1-111B0B0BC959}"/>
              </a:ext>
            </a:extLst>
          </p:cNvPr>
          <p:cNvSpPr txBox="1"/>
          <p:nvPr/>
        </p:nvSpPr>
        <p:spPr>
          <a:xfrm>
            <a:off x="6696728" y="4983480"/>
            <a:ext cx="4763752" cy="7042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50000"/>
              </a:lnSpc>
              <a:defRPr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en-US" altLang="zh-CN" sz="1400" dirty="0" err="1">
                <a:sym typeface="Noto Sans SC"/>
              </a:rPr>
              <a:t>从过去单纯解决“经验复制”的效率问题，转向未来推动“实践创新”的增量问题，扎根一线挖掘和孵化新价值</a:t>
            </a:r>
            <a:endParaRPr lang="zh-CN" altLang="en-US" sz="1400" dirty="0"/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A54495A1-93E1-C98E-BE80-D0B7642BAC54}"/>
              </a:ext>
            </a:extLst>
          </p:cNvPr>
          <p:cNvSpPr txBox="1"/>
          <p:nvPr/>
        </p:nvSpPr>
        <p:spPr>
          <a:xfrm>
            <a:off x="6675120" y="4621714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rPr dirty="0" err="1"/>
              <a:t>培训解决的是</a:t>
            </a:r>
            <a:r>
              <a:rPr dirty="0"/>
              <a:t>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42900" y="5956300"/>
            <a:ext cx="215900" cy="215900"/>
          </a:xfrm>
          <a:prstGeom prst="ellipse">
            <a:avLst/>
          </a:prstGeom>
          <a:solidFill>
            <a:srgbClr val="0F18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342900" y="4013200"/>
            <a:ext cx="215900" cy="215900"/>
          </a:xfrm>
          <a:prstGeom prst="ellipse">
            <a:avLst/>
          </a:prstGeom>
          <a:solidFill>
            <a:srgbClr val="0034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342900" y="6299200"/>
            <a:ext cx="215900" cy="215900"/>
          </a:xfrm>
          <a:prstGeom prst="ellipse">
            <a:avLst/>
          </a:prstGeom>
          <a:solidFill>
            <a:srgbClr val="3171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-342900" y="3670300"/>
            <a:ext cx="215900" cy="215900"/>
          </a:xfrm>
          <a:prstGeom prst="ellipse">
            <a:avLst/>
          </a:prstGeom>
          <a:solidFill>
            <a:srgbClr val="C51F1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-342900" y="6642100"/>
            <a:ext cx="215900" cy="215900"/>
          </a:xfrm>
          <a:prstGeom prst="ellipse">
            <a:avLst/>
          </a:prstGeom>
          <a:solidFill>
            <a:srgbClr val="BBBBB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-419100" y="2832100"/>
            <a:ext cx="38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品牌色→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-419100" y="-101600"/>
            <a:ext cx="3810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分班颜色→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-330200" y="965200"/>
            <a:ext cx="177800" cy="177800"/>
          </a:xfrm>
          <a:prstGeom prst="roundRect">
            <a:avLst>
              <a:gd name="adj" fmla="val 0"/>
            </a:avLst>
          </a:prstGeom>
          <a:solidFill>
            <a:srgbClr val="3271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-330200" y="1270000"/>
            <a:ext cx="177800" cy="177800"/>
          </a:xfrm>
          <a:prstGeom prst="roundRect">
            <a:avLst>
              <a:gd name="adj" fmla="val 0"/>
            </a:avLst>
          </a:prstGeom>
          <a:solidFill>
            <a:srgbClr val="F3BA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-330200" y="1574800"/>
            <a:ext cx="177800" cy="177800"/>
          </a:xfrm>
          <a:prstGeom prst="roundRect">
            <a:avLst>
              <a:gd name="adj" fmla="val 0"/>
            </a:avLst>
          </a:prstGeom>
          <a:solidFill>
            <a:srgbClr val="C51F1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-330200" y="1879600"/>
            <a:ext cx="177800" cy="177800"/>
          </a:xfrm>
          <a:prstGeom prst="roundRect">
            <a:avLst>
              <a:gd name="adj" fmla="val 0"/>
            </a:avLst>
          </a:prstGeom>
          <a:solidFill>
            <a:srgbClr val="0033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-419100" y="5118100"/>
            <a:ext cx="38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辅助色→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80100" y="0"/>
            <a:ext cx="431800" cy="38100"/>
          </a:xfrm>
          <a:prstGeom prst="roundRect">
            <a:avLst>
              <a:gd name="adj" fmla="val 0"/>
            </a:avLst>
          </a:prstGeom>
          <a:solidFill>
            <a:srgbClr val="3271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5500" y="38100"/>
            <a:ext cx="105283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讲师价值升级方向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762000" y="1524000"/>
            <a:ext cx="5334000" cy="3556000"/>
          </a:xfrm>
          <a:prstGeom prst="roundRect">
            <a:avLst>
              <a:gd name="adj" fmla="val 0"/>
            </a:avLst>
          </a:prstGeom>
          <a:solidFill>
            <a:srgbClr val="F5F6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1524000"/>
            <a:ext cx="76200" cy="3556000"/>
          </a:xfrm>
          <a:prstGeom prst="roundRect">
            <a:avLst>
              <a:gd name="adj" fmla="val 0"/>
            </a:avLst>
          </a:prstGeom>
          <a:solidFill>
            <a:srgbClr val="BBBBB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1714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2000" b="1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过去：从知识出发</a:t>
            </a:r>
            <a:endParaRPr lang="en-US" sz="1100" dirty="0"/>
          </a:p>
        </p:txBody>
      </p:sp>
      <p:cxnSp>
        <p:nvCxnSpPr>
          <p:cNvPr id="19" name="Connector 19"/>
          <p:cNvCxnSpPr/>
          <p:nvPr/>
        </p:nvCxnSpPr>
        <p:spPr>
          <a:xfrm rot="-9046">
            <a:off x="1016008" y="2279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016000" y="2540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200000"/>
              </a:lnSpc>
              <a:defRPr/>
            </a:pPr>
            <a:r>
              <a:rPr lang="en-US" sz="14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路径：经验沉淀</a:t>
            </a:r>
            <a:r>
              <a:rPr lang="en-US" sz="14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课程开发</a:t>
            </a:r>
            <a:r>
              <a:rPr lang="en-US" sz="14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课堂授课</a:t>
            </a:r>
            <a:r>
              <a:rPr lang="en-US" sz="14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知识传播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核心价值锚点：单纯的“经验传播</a:t>
            </a:r>
            <a:r>
              <a:rPr lang="en-US" sz="15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1015999" y="3563435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200000"/>
              </a:lnSpc>
              <a:defRPr/>
            </a:pPr>
            <a:r>
              <a:rPr lang="en-US" sz="1300" b="0" i="0" u="none" strike="noStrike" dirty="0" err="1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评价关注重点集中在量化指标</a:t>
            </a:r>
            <a:r>
              <a:rPr lang="en-US" sz="1300" b="0" i="0" u="none" strike="noStrike" dirty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marL="0" indent="0" algn="l">
              <a:lnSpc>
                <a:spcPct val="200000"/>
              </a:lnSpc>
              <a:defRPr/>
            </a:pPr>
            <a:r>
              <a:rPr lang="zh-CN" altLang="en-US" sz="1300" dirty="0">
                <a:solidFill>
                  <a:srgbClr val="787878"/>
                </a:solidFill>
                <a:latin typeface="Noto Sans SC"/>
              </a:rPr>
              <a:t>讲了多少 </a:t>
            </a:r>
            <a:r>
              <a:rPr lang="en-US" altLang="zh-CN" sz="1300" dirty="0">
                <a:solidFill>
                  <a:srgbClr val="787878"/>
                </a:solidFill>
                <a:latin typeface="Noto Sans SC"/>
              </a:rPr>
              <a:t>/ </a:t>
            </a:r>
            <a:r>
              <a:rPr lang="zh-CN" altLang="en-US" sz="1300" dirty="0">
                <a:solidFill>
                  <a:srgbClr val="787878"/>
                </a:solidFill>
                <a:latin typeface="Noto Sans SC"/>
              </a:rPr>
              <a:t>覆盖多少 </a:t>
            </a:r>
            <a:r>
              <a:rPr lang="en-US" altLang="zh-CN" sz="1300" dirty="0">
                <a:solidFill>
                  <a:srgbClr val="787878"/>
                </a:solidFill>
                <a:latin typeface="Noto Sans SC"/>
              </a:rPr>
              <a:t>/ </a:t>
            </a:r>
            <a:r>
              <a:rPr lang="zh-CN" altLang="en-US" sz="1300" dirty="0">
                <a:solidFill>
                  <a:srgbClr val="787878"/>
                </a:solidFill>
                <a:latin typeface="Noto Sans SC"/>
              </a:rPr>
              <a:t>满意度如何</a:t>
            </a:r>
            <a:endParaRPr lang="en-US" sz="1300" b="0" i="0" u="none" strike="noStrike" dirty="0">
              <a:solidFill>
                <a:srgbClr val="78787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200000"/>
              </a:lnSpc>
              <a:defRPr/>
            </a:pPr>
            <a:r>
              <a:rPr lang="en-US" sz="13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讲师更多是既定课程的执行者与传递者</a:t>
            </a:r>
            <a:r>
              <a:rPr lang="en-US" sz="1300" b="0" i="0" u="none" strike="noStrike" dirty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6350000" y="1524000"/>
            <a:ext cx="5334000" cy="3556000"/>
          </a:xfrm>
          <a:prstGeom prst="roundRect">
            <a:avLst>
              <a:gd name="adj" fmla="val 0"/>
            </a:avLst>
          </a:prstGeom>
          <a:solidFill>
            <a:srgbClr val="EB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350000" y="1524000"/>
            <a:ext cx="76200" cy="3556000"/>
          </a:xfrm>
          <a:prstGeom prst="roundRect">
            <a:avLst>
              <a:gd name="adj" fmla="val 0"/>
            </a:avLst>
          </a:prstGeom>
          <a:solidFill>
            <a:srgbClr val="3171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604000" y="1714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34A7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2000" b="1" dirty="0" err="1">
                <a:solidFill>
                  <a:srgbClr val="0034A7"/>
                </a:solidFill>
                <a:latin typeface="Noto Sans SC"/>
                <a:ea typeface="Noto Sans SC"/>
                <a:cs typeface="Noto Sans SC"/>
                <a:sym typeface="Noto Sans SC"/>
              </a:rPr>
              <a:t>现在</a:t>
            </a:r>
            <a:r>
              <a:rPr lang="en-US" sz="2000" b="1" i="0" u="none" strike="noStrike" dirty="0" err="1">
                <a:solidFill>
                  <a:srgbClr val="0034A7"/>
                </a:solidFill>
                <a:latin typeface="Noto Sans SC"/>
                <a:ea typeface="Noto Sans SC"/>
                <a:cs typeface="Noto Sans SC"/>
                <a:sym typeface="Noto Sans SC"/>
              </a:rPr>
              <a:t>：从创新出发</a:t>
            </a:r>
            <a:endParaRPr lang="en-US" sz="1100" dirty="0"/>
          </a:p>
        </p:txBody>
      </p:sp>
      <p:cxnSp>
        <p:nvCxnSpPr>
          <p:cNvPr id="25" name="Connector 25"/>
          <p:cNvCxnSpPr/>
          <p:nvPr/>
        </p:nvCxnSpPr>
        <p:spPr>
          <a:xfrm rot="-9046">
            <a:off x="6604008" y="2279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D2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604000" y="2540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200000"/>
              </a:lnSpc>
              <a:defRPr/>
            </a:pPr>
            <a:r>
              <a:rPr lang="en-US" sz="1400" b="0" i="0" u="none" strike="noStrike" dirty="0" err="1">
                <a:solidFill>
                  <a:srgbClr val="505A78"/>
                </a:solidFill>
                <a:latin typeface="Noto Sans SC"/>
                <a:ea typeface="Noto Sans SC"/>
                <a:cs typeface="Noto Sans SC"/>
                <a:sym typeface="Noto Sans SC"/>
              </a:rPr>
              <a:t>路径：业务实践</a:t>
            </a:r>
            <a:r>
              <a:rPr lang="en-US" sz="1400" b="0" i="0" u="none" strike="noStrike" dirty="0">
                <a:solidFill>
                  <a:srgbClr val="505A78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505A78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经验提炼</a:t>
            </a:r>
            <a:r>
              <a:rPr lang="en-US" sz="1400" b="0" i="0" u="none" strike="noStrike" dirty="0">
                <a:solidFill>
                  <a:srgbClr val="505A78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505A78"/>
                </a:solidFill>
                <a:latin typeface="Noto Sans SC"/>
                <a:ea typeface="Noto Sans SC"/>
                <a:cs typeface="Noto Sans SC"/>
                <a:sym typeface="Noto Sans SC"/>
              </a:rPr>
              <a:t>内容创造</a:t>
            </a:r>
            <a:r>
              <a:rPr lang="en-US" sz="1400" b="0" i="0" u="none" strike="noStrike" dirty="0">
                <a:solidFill>
                  <a:srgbClr val="505A78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dirty="0" err="1">
                <a:solidFill>
                  <a:srgbClr val="505A78"/>
                </a:solidFill>
                <a:latin typeface="Noto Sans SC"/>
                <a:ea typeface="Noto Sans SC"/>
                <a:cs typeface="Noto Sans SC"/>
                <a:sym typeface="Noto Sans SC"/>
              </a:rPr>
              <a:t>赋能</a:t>
            </a:r>
            <a:r>
              <a:rPr lang="en-US" sz="1400" b="0" i="0" u="none" strike="noStrike" dirty="0" err="1">
                <a:solidFill>
                  <a:srgbClr val="505A78"/>
                </a:solidFill>
                <a:latin typeface="Noto Sans SC"/>
                <a:ea typeface="Noto Sans SC"/>
                <a:cs typeface="Noto Sans SC"/>
                <a:sym typeface="Noto Sans SC"/>
              </a:rPr>
              <a:t>传播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核心价值锚点：</a:t>
            </a:r>
            <a:r>
              <a:rPr lang="en-US" sz="1500" b="1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自我</a:t>
            </a:r>
            <a:r>
              <a:rPr lang="en-US" sz="1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的“内容创造</a:t>
            </a:r>
            <a:r>
              <a:rPr lang="en-US" sz="15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6603999" y="3496682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200000"/>
              </a:lnSpc>
              <a:defRPr/>
            </a:pPr>
            <a:r>
              <a:rPr lang="en-US" sz="1300" b="0" i="0" u="none" strike="noStrike" dirty="0" err="1">
                <a:solidFill>
                  <a:srgbClr val="505A78"/>
                </a:solidFill>
                <a:latin typeface="Noto Sans SC"/>
                <a:ea typeface="Noto Sans SC"/>
                <a:cs typeface="Noto Sans SC"/>
                <a:sym typeface="Noto Sans SC"/>
              </a:rPr>
              <a:t>评价转向价值产出</a:t>
            </a:r>
            <a:r>
              <a:rPr lang="en-US" sz="1300" b="0" i="0" u="none" strike="noStrike" dirty="0">
                <a:solidFill>
                  <a:srgbClr val="505A78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marL="0" indent="0" algn="l">
              <a:lnSpc>
                <a:spcPct val="200000"/>
              </a:lnSpc>
              <a:defRPr/>
            </a:pPr>
            <a:r>
              <a:rPr lang="zh-CN" altLang="en-US" sz="1300" dirty="0">
                <a:solidFill>
                  <a:srgbClr val="505A78"/>
                </a:solidFill>
                <a:latin typeface="Noto Sans SC"/>
              </a:rPr>
              <a:t>有没有实践 </a:t>
            </a:r>
            <a:r>
              <a:rPr lang="en-US" altLang="zh-CN" sz="1300" dirty="0">
                <a:solidFill>
                  <a:srgbClr val="505A78"/>
                </a:solidFill>
                <a:latin typeface="Noto Sans SC"/>
              </a:rPr>
              <a:t>/ </a:t>
            </a:r>
            <a:r>
              <a:rPr lang="zh-CN" altLang="en-US" sz="1300" dirty="0">
                <a:solidFill>
                  <a:srgbClr val="505A78"/>
                </a:solidFill>
                <a:latin typeface="Noto Sans SC"/>
              </a:rPr>
              <a:t>内容 </a:t>
            </a:r>
            <a:r>
              <a:rPr lang="en-US" altLang="zh-CN" sz="1300" dirty="0">
                <a:solidFill>
                  <a:srgbClr val="505A78"/>
                </a:solidFill>
                <a:latin typeface="Noto Sans SC"/>
              </a:rPr>
              <a:t>/ </a:t>
            </a:r>
            <a:r>
              <a:rPr lang="zh-CN" altLang="en-US" sz="1300" dirty="0">
                <a:solidFill>
                  <a:srgbClr val="505A78"/>
                </a:solidFill>
                <a:latin typeface="Noto Sans SC"/>
              </a:rPr>
              <a:t>价值 </a:t>
            </a:r>
            <a:r>
              <a:rPr lang="en-US" altLang="zh-CN" sz="1300" dirty="0">
                <a:solidFill>
                  <a:srgbClr val="505A78"/>
                </a:solidFill>
                <a:latin typeface="Noto Sans SC"/>
              </a:rPr>
              <a:t>/ </a:t>
            </a:r>
            <a:r>
              <a:rPr lang="zh-CN" altLang="en-US" sz="1300" dirty="0">
                <a:solidFill>
                  <a:srgbClr val="505A78"/>
                </a:solidFill>
                <a:latin typeface="Noto Sans SC"/>
              </a:rPr>
              <a:t>能否影响业务</a:t>
            </a:r>
            <a:endParaRPr lang="en-US" altLang="zh-CN" sz="1300" dirty="0">
              <a:solidFill>
                <a:srgbClr val="505A78"/>
              </a:solidFill>
              <a:latin typeface="Noto Sans SC"/>
            </a:endParaRPr>
          </a:p>
          <a:p>
            <a:pPr marL="0" indent="0" algn="l">
              <a:lnSpc>
                <a:spcPct val="200000"/>
              </a:lnSpc>
              <a:defRPr/>
            </a:pPr>
            <a:r>
              <a:rPr lang="zh-CN" altLang="en-US" sz="1300" b="1" dirty="0">
                <a:solidFill>
                  <a:schemeClr val="tx1"/>
                </a:solidFill>
                <a:latin typeface="Noto Sans SC"/>
              </a:rPr>
              <a:t>讲师更多是业务实践的创造者与组织经验的生产者</a:t>
            </a:r>
            <a:endParaRPr lang="en-US" sz="1300" b="1" dirty="0">
              <a:solidFill>
                <a:schemeClr val="tx1"/>
              </a:solidFill>
              <a:latin typeface="Noto Sans SC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762000" y="5461000"/>
            <a:ext cx="10922000" cy="1079500"/>
          </a:xfrm>
          <a:prstGeom prst="roundRect">
            <a:avLst>
              <a:gd name="adj" fmla="val 0"/>
            </a:avLst>
          </a:prstGeom>
          <a:solidFill>
            <a:srgbClr val="1F2329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016000" y="5740400"/>
            <a:ext cx="508000" cy="508000"/>
          </a:xfrm>
          <a:prstGeom prst="roundRect">
            <a:avLst>
              <a:gd name="adj" fmla="val 0"/>
            </a:avLst>
          </a:prstGeom>
          <a:solidFill>
            <a:srgbClr val="3171F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1016000" y="57404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171F4"/>
                </a:solidFill>
                <a:latin typeface="Noto Sans SC"/>
                <a:ea typeface="Noto Sans SC"/>
                <a:cs typeface="Noto Sans SC"/>
                <a:sym typeface="Noto Sans SC"/>
              </a:rPr>
              <a:t>!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905000" y="5588000"/>
            <a:ext cx="952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关键认知跃迁：</a:t>
            </a:r>
            <a:r>
              <a:rPr lang="en-US" sz="15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过去的优秀讲师是“课程的使用者与传播者</a:t>
            </a:r>
            <a:r>
              <a:rPr lang="en-US" sz="15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而未来的卓越讲师，必然是“</a:t>
            </a:r>
            <a:r>
              <a:rPr lang="en-US" sz="15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业务的观察者与内容的生产者</a:t>
            </a:r>
            <a:r>
              <a:rPr lang="en-US" sz="15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5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从被动传授走向主动创造，用内容驱动业务增长</a:t>
            </a:r>
            <a:r>
              <a:rPr lang="en-US" sz="15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42900" y="5956300"/>
            <a:ext cx="215900" cy="215900"/>
          </a:xfrm>
          <a:prstGeom prst="ellipse">
            <a:avLst/>
          </a:prstGeom>
          <a:solidFill>
            <a:srgbClr val="0F18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342900" y="4013200"/>
            <a:ext cx="215900" cy="215900"/>
          </a:xfrm>
          <a:prstGeom prst="ellipse">
            <a:avLst/>
          </a:prstGeom>
          <a:solidFill>
            <a:srgbClr val="0034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342900" y="6299200"/>
            <a:ext cx="215900" cy="215900"/>
          </a:xfrm>
          <a:prstGeom prst="ellipse">
            <a:avLst/>
          </a:prstGeom>
          <a:solidFill>
            <a:srgbClr val="3171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-342900" y="3670300"/>
            <a:ext cx="215900" cy="215900"/>
          </a:xfrm>
          <a:prstGeom prst="ellipse">
            <a:avLst/>
          </a:prstGeom>
          <a:solidFill>
            <a:srgbClr val="C51F1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-342900" y="6642100"/>
            <a:ext cx="215900" cy="215900"/>
          </a:xfrm>
          <a:prstGeom prst="ellipse">
            <a:avLst/>
          </a:prstGeom>
          <a:solidFill>
            <a:srgbClr val="BBBBB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-419100" y="2832100"/>
            <a:ext cx="38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品牌色→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-419100" y="-101600"/>
            <a:ext cx="3810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分班颜色→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-330200" y="965200"/>
            <a:ext cx="177800" cy="177800"/>
          </a:xfrm>
          <a:prstGeom prst="roundRect">
            <a:avLst>
              <a:gd name="adj" fmla="val 0"/>
            </a:avLst>
          </a:prstGeom>
          <a:solidFill>
            <a:srgbClr val="3271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-330200" y="1270000"/>
            <a:ext cx="177800" cy="177800"/>
          </a:xfrm>
          <a:prstGeom prst="roundRect">
            <a:avLst>
              <a:gd name="adj" fmla="val 0"/>
            </a:avLst>
          </a:prstGeom>
          <a:solidFill>
            <a:srgbClr val="F3BA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-330200" y="1574800"/>
            <a:ext cx="177800" cy="177800"/>
          </a:xfrm>
          <a:prstGeom prst="roundRect">
            <a:avLst>
              <a:gd name="adj" fmla="val 0"/>
            </a:avLst>
          </a:prstGeom>
          <a:solidFill>
            <a:srgbClr val="C51F1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-330200" y="1879600"/>
            <a:ext cx="177800" cy="177800"/>
          </a:xfrm>
          <a:prstGeom prst="roundRect">
            <a:avLst>
              <a:gd name="adj" fmla="val 0"/>
            </a:avLst>
          </a:prstGeom>
          <a:solidFill>
            <a:srgbClr val="0033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-419100" y="5118100"/>
            <a:ext cx="38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辅助色→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80100" y="0"/>
            <a:ext cx="431800" cy="38100"/>
          </a:xfrm>
          <a:prstGeom prst="roundRect">
            <a:avLst>
              <a:gd name="adj" fmla="val 0"/>
            </a:avLst>
          </a:prstGeom>
          <a:solidFill>
            <a:srgbClr val="3271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5500" y="38100"/>
            <a:ext cx="105283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讲师体系</a:t>
            </a:r>
            <a:r>
              <a:rPr lang="en-US" altLang="zh-CN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2.0</a:t>
            </a: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：能力序列 + </a:t>
            </a:r>
            <a:r>
              <a:rPr lang="en-US" sz="32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贡献星级</a:t>
            </a:r>
            <a:endParaRPr lang="en-US" sz="1100" dirty="0"/>
          </a:p>
        </p:txBody>
      </p:sp>
      <p:cxnSp>
        <p:nvCxnSpPr>
          <p:cNvPr id="16" name="Connector 16"/>
          <p:cNvCxnSpPr/>
          <p:nvPr/>
        </p:nvCxnSpPr>
        <p:spPr>
          <a:xfrm rot="-4141">
            <a:off x="825504" y="1263650"/>
            <a:ext cx="1054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25500" y="165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255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3271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795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T序列</a:t>
            </a:r>
            <a:r>
              <a:rPr lang="en-US" sz="18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–</a:t>
            </a:r>
            <a:r>
              <a:rPr lang="en-US" sz="1800" b="1" i="0" u="none" strike="noStrike" dirty="0" err="1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课程讲授者</a:t>
            </a:r>
            <a:endParaRPr lang="en-US" sz="1100" dirty="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1079509" y="227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271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2413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1" i="0" u="none" strike="noStrike" dirty="0" err="1">
                <a:solidFill>
                  <a:srgbClr val="3271F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核心关键词：讲对</a:t>
            </a:r>
            <a:r>
              <a:rPr lang="en-US" altLang="zh-CN" sz="1600" b="1" dirty="0">
                <a:solidFill>
                  <a:srgbClr val="3271F6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zh-CN" altLang="en-US" sz="1600" b="1" dirty="0">
                <a:solidFill>
                  <a:srgbClr val="3271F6"/>
                </a:solidFill>
                <a:latin typeface="Noto Sans SC"/>
                <a:ea typeface="Noto Sans SC"/>
                <a:cs typeface="Noto Sans SC"/>
                <a:sym typeface="Noto Sans SC"/>
              </a:rPr>
              <a:t>讲好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</a:t>
            </a:r>
            <a:r>
              <a:rPr lang="zh-CN" altLang="en-US" sz="1400" b="0" i="0" u="none" strike="noStrike" dirty="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：授课能力、表达能力、引导能力</a:t>
            </a:r>
            <a:endParaRPr lang="en-US" sz="1400" b="0" i="0" u="none" strike="noStrike" dirty="0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 dirty="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核心价值在于将沉淀的经验高效传播给学员，是知识流动的“</a:t>
            </a:r>
            <a:r>
              <a:rPr lang="en-US" sz="1400" b="0" i="0" u="none" strike="noStrike" dirty="0" err="1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桥梁</a:t>
            </a:r>
            <a:r>
              <a:rPr lang="en-US" sz="1400" b="0" i="0" u="none" strike="noStrike" dirty="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400" b="0" i="0" u="none" strike="noStrike" dirty="0" err="1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负责传播被听见、被理解</a:t>
            </a:r>
            <a:r>
              <a:rPr lang="en-US" sz="1400" b="0" i="0" u="none" strike="noStrike" dirty="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6286500" y="165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865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C51F1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405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M序列</a:t>
            </a:r>
            <a:r>
              <a:rPr lang="en-US" sz="18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 - </a:t>
            </a:r>
            <a:r>
              <a:rPr lang="en-US" sz="1800" b="1" i="0" u="none" strike="noStrike" dirty="0" err="1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内容生产者</a:t>
            </a:r>
            <a:endParaRPr lang="en-US" sz="1100" dirty="0"/>
          </a:p>
        </p:txBody>
      </p:sp>
      <p:cxnSp>
        <p:nvCxnSpPr>
          <p:cNvPr id="25" name="Connector 25"/>
          <p:cNvCxnSpPr/>
          <p:nvPr/>
        </p:nvCxnSpPr>
        <p:spPr>
          <a:xfrm rot="-9291">
            <a:off x="6540509" y="227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1F19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540500" y="2413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 dirty="0" err="1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核心关键词：有实践</a:t>
            </a:r>
            <a:r>
              <a:rPr lang="en-US" altLang="zh-CN" sz="1600" b="1" i="0" u="none" strike="noStrike" dirty="0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zh-CN" altLang="en-US" sz="1600" b="1" i="0" u="none" strike="noStrike" dirty="0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能赋能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</a:t>
            </a:r>
            <a:r>
              <a:rPr lang="zh-CN" altLang="en-US" sz="1400" b="0" i="0" u="none" strike="noStrike" dirty="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：懂消费者、懂业务、懂</a:t>
            </a:r>
            <a:r>
              <a:rPr lang="en-US" altLang="zh-CN" sz="1400" b="0" i="0" u="none" strike="noStrike" dirty="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1400" b="0" i="0" u="none" strike="noStrike" dirty="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、有最佳实践</a:t>
            </a:r>
            <a:endParaRPr lang="en-US" sz="1400" b="0" i="0" u="none" strike="noStrike" dirty="0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核心价值在于创造全新的最佳实践与内容资产，是知识创新的“</a:t>
            </a:r>
            <a:r>
              <a:rPr lang="en-US" sz="1400" b="0" i="0" u="none" strike="noStrike" dirty="0" err="1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源头</a:t>
            </a:r>
            <a:r>
              <a:rPr lang="en-US" sz="1400" b="0" i="0" u="none" strike="noStrike" dirty="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400" b="0" i="0" u="none" strike="noStrike" dirty="0" err="1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负责让经验被创造、被迭代</a:t>
            </a:r>
            <a:r>
              <a:rPr lang="en-US" sz="1400" b="0" i="0" u="none" strike="noStrike" dirty="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825500" y="4191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1079500" y="4318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34A7"/>
                </a:solidFill>
                <a:latin typeface="Noto Sans SC"/>
                <a:ea typeface="Noto Sans SC"/>
                <a:cs typeface="Noto Sans SC"/>
                <a:sym typeface="Noto Sans SC"/>
              </a:rPr>
              <a:t>▌ </a:t>
            </a:r>
            <a:r>
              <a:rPr lang="en-US" sz="1600" b="1" i="0" u="none" strike="noStrike" dirty="0" err="1">
                <a:solidFill>
                  <a:srgbClr val="0034A7"/>
                </a:solidFill>
                <a:latin typeface="Noto Sans SC"/>
                <a:ea typeface="Noto Sans SC"/>
                <a:cs typeface="Noto Sans SC"/>
                <a:sym typeface="Noto Sans SC"/>
              </a:rPr>
              <a:t>T序列星级</a:t>
            </a:r>
            <a:r>
              <a:rPr lang="en-US" sz="1600" b="1" i="0" u="none" strike="noStrike" dirty="0">
                <a:solidFill>
                  <a:srgbClr val="0034A7"/>
                </a:solidFill>
                <a:latin typeface="Noto Sans SC"/>
                <a:ea typeface="Noto Sans SC"/>
                <a:cs typeface="Noto Sans SC"/>
                <a:sym typeface="Noto Sans SC"/>
              </a:rPr>
              <a:t> (T1→T2→T3)：</a:t>
            </a:r>
            <a:r>
              <a:rPr lang="en-US" sz="1600" b="1" i="0" u="none" strike="noStrike" dirty="0" err="1">
                <a:solidFill>
                  <a:srgbClr val="0034A7"/>
                </a:solidFill>
                <a:latin typeface="Noto Sans SC"/>
                <a:ea typeface="Noto Sans SC"/>
                <a:cs typeface="Noto Sans SC"/>
                <a:sym typeface="Noto Sans SC"/>
              </a:rPr>
              <a:t>衡量传播贡献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3C414B"/>
                </a:solidFill>
                <a:latin typeface="Noto Sans SC"/>
                <a:ea typeface="Noto Sans SC"/>
                <a:cs typeface="Noto Sans SC"/>
                <a:sym typeface="Noto Sans SC"/>
              </a:rPr>
              <a:t>晋升维度聚焦授课场次、学员覆盖范围及行业影响力的逐级提升</a:t>
            </a:r>
            <a:endParaRPr lang="en-US" sz="1100" dirty="0"/>
          </a:p>
        </p:txBody>
      </p:sp>
      <p:cxnSp>
        <p:nvCxnSpPr>
          <p:cNvPr id="29" name="Connector 29"/>
          <p:cNvCxnSpPr/>
          <p:nvPr/>
        </p:nvCxnSpPr>
        <p:spPr>
          <a:xfrm rot="5357030">
            <a:off x="5651500" y="4883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413500" y="4318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▌ </a:t>
            </a:r>
            <a:r>
              <a:rPr lang="en-US" sz="1600" b="1" i="0" u="none" strike="noStrike" dirty="0" err="1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M序列星级</a:t>
            </a:r>
            <a:r>
              <a:rPr lang="en-US" sz="1600" b="1" i="0" u="none" strike="noStrike" dirty="0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 (M1→M2→M3)：</a:t>
            </a:r>
            <a:r>
              <a:rPr lang="en-US" sz="1600" b="1" i="0" u="none" strike="noStrike" dirty="0" err="1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衡量创造贡献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3C414B"/>
                </a:solidFill>
                <a:latin typeface="Noto Sans SC"/>
                <a:ea typeface="Noto Sans SC"/>
                <a:cs typeface="Noto Sans SC"/>
                <a:sym typeface="Noto Sans SC"/>
              </a:rPr>
              <a:t>晋升维度聚焦原创内容产出量、业务案例贡献数及实践落地影响力，从基础内容创作向深度方法论沉淀、行业标准制定进阶</a:t>
            </a:r>
            <a:r>
              <a:rPr lang="en-US" sz="1300" b="0" i="0" u="none" strike="noStrike" dirty="0">
                <a:solidFill>
                  <a:srgbClr val="3C414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1" name="AutoShape 31"/>
          <p:cNvSpPr/>
          <p:nvPr/>
        </p:nvSpPr>
        <p:spPr>
          <a:xfrm>
            <a:off x="8255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0F18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952500" y="59055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“ 序列定义能力方向，星级定义价值贡献 ” —— 构建清晰、多元、可成长的讲师发展闭环</a:t>
            </a:r>
            <a:endParaRPr lang="en-US" sz="1100"/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6474E392-32D6-D82B-CCAD-34B5DA7560A5}"/>
              </a:ext>
            </a:extLst>
          </p:cNvPr>
          <p:cNvSpPr txBox="1"/>
          <p:nvPr/>
        </p:nvSpPr>
        <p:spPr>
          <a:xfrm>
            <a:off x="2367023" y="79351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▎</a:t>
            </a:r>
            <a:r>
              <a:rPr dirty="0" err="1"/>
              <a:t>能力序列回答：你是谁</a:t>
            </a:r>
            <a:r>
              <a:rPr dirty="0"/>
              <a:t>？                                    ▎</a:t>
            </a:r>
            <a:r>
              <a:rPr dirty="0" err="1"/>
              <a:t>星级回答：你贡献了多少</a:t>
            </a:r>
            <a:r>
              <a:rPr dirty="0"/>
              <a:t>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42900" y="5956300"/>
            <a:ext cx="215900" cy="215900"/>
          </a:xfrm>
          <a:prstGeom prst="ellipse">
            <a:avLst/>
          </a:prstGeom>
          <a:solidFill>
            <a:srgbClr val="0F18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342900" y="4013200"/>
            <a:ext cx="215900" cy="215900"/>
          </a:xfrm>
          <a:prstGeom prst="ellipse">
            <a:avLst/>
          </a:prstGeom>
          <a:solidFill>
            <a:srgbClr val="0034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342900" y="6299200"/>
            <a:ext cx="215900" cy="215900"/>
          </a:xfrm>
          <a:prstGeom prst="ellipse">
            <a:avLst/>
          </a:prstGeom>
          <a:solidFill>
            <a:srgbClr val="3171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-342900" y="3670300"/>
            <a:ext cx="215900" cy="215900"/>
          </a:xfrm>
          <a:prstGeom prst="ellipse">
            <a:avLst/>
          </a:prstGeom>
          <a:solidFill>
            <a:srgbClr val="C51F1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-342900" y="6642100"/>
            <a:ext cx="215900" cy="215900"/>
          </a:xfrm>
          <a:prstGeom prst="ellipse">
            <a:avLst/>
          </a:prstGeom>
          <a:solidFill>
            <a:srgbClr val="BBBBB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-419100" y="2832100"/>
            <a:ext cx="38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品牌色→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-419100" y="-101600"/>
            <a:ext cx="3810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分班颜色→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-330200" y="965200"/>
            <a:ext cx="177800" cy="177800"/>
          </a:xfrm>
          <a:prstGeom prst="roundRect">
            <a:avLst>
              <a:gd name="adj" fmla="val 0"/>
            </a:avLst>
          </a:prstGeom>
          <a:solidFill>
            <a:srgbClr val="3271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-330200" y="1270000"/>
            <a:ext cx="177800" cy="177800"/>
          </a:xfrm>
          <a:prstGeom prst="roundRect">
            <a:avLst>
              <a:gd name="adj" fmla="val 0"/>
            </a:avLst>
          </a:prstGeom>
          <a:solidFill>
            <a:srgbClr val="F3BA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-330200" y="1574800"/>
            <a:ext cx="177800" cy="177800"/>
          </a:xfrm>
          <a:prstGeom prst="roundRect">
            <a:avLst>
              <a:gd name="adj" fmla="val 0"/>
            </a:avLst>
          </a:prstGeom>
          <a:solidFill>
            <a:srgbClr val="C51F1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-330200" y="1879600"/>
            <a:ext cx="177800" cy="177800"/>
          </a:xfrm>
          <a:prstGeom prst="roundRect">
            <a:avLst>
              <a:gd name="adj" fmla="val 0"/>
            </a:avLst>
          </a:prstGeom>
          <a:solidFill>
            <a:srgbClr val="0033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-419100" y="5118100"/>
            <a:ext cx="38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wordArtVertRtl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辅助色→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300" y="508000"/>
            <a:ext cx="12573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1270000" y="76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2026重点工作：共创第一批M序列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301187" y="721294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3171F4"/>
                </a:solidFill>
                <a:latin typeface="Noto Sans SC"/>
                <a:ea typeface="Noto Sans SC"/>
                <a:cs typeface="Noto Sans SC"/>
                <a:sym typeface="Noto Sans SC"/>
              </a:rPr>
              <a:t>从管理讲师走向建设内容生产力，重构组织经验沉淀与业务推动的核心能力</a:t>
            </a:r>
            <a:endParaRPr lang="en-US" sz="1100" dirty="0"/>
          </a:p>
        </p:txBody>
      </p:sp>
      <p:cxnSp>
        <p:nvCxnSpPr>
          <p:cNvPr id="19" name="Connector 19"/>
          <p:cNvCxnSpPr/>
          <p:nvPr/>
        </p:nvCxnSpPr>
        <p:spPr>
          <a:xfrm rot="-3906">
            <a:off x="508004" y="2660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508000" y="3048000"/>
            <a:ext cx="5461000" cy="2032000"/>
          </a:xfrm>
          <a:prstGeom prst="roundRect">
            <a:avLst>
              <a:gd name="adj" fmla="val 0"/>
            </a:avLst>
          </a:prstGeom>
          <a:solidFill>
            <a:srgbClr val="F0F4FF">
              <a:alpha val="80000"/>
            </a:srgbClr>
          </a:solidFill>
          <a:ln w="12700" cap="flat" cmpd="sng">
            <a:solidFill>
              <a:srgbClr val="3171F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35000" y="317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600" b="1" i="0" u="none" strike="noStrike" dirty="0" err="1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核心聚焦</a:t>
            </a:r>
            <a:r>
              <a:rPr lang="en-US" sz="16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6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M</a:t>
            </a:r>
            <a:r>
              <a:rPr lang="zh-CN" altLang="en-US" sz="1600" b="1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序列探索</a:t>
            </a:r>
            <a:r>
              <a:rPr lang="en-US" altLang="zh-CN" sz="1600" b="1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zh-CN" altLang="en-US" sz="1600" b="1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挖掘</a:t>
            </a:r>
            <a:endParaRPr lang="en-US" sz="1100" dirty="0"/>
          </a:p>
        </p:txBody>
      </p:sp>
      <p:cxnSp>
        <p:nvCxnSpPr>
          <p:cNvPr id="22" name="Connector 22"/>
          <p:cNvCxnSpPr/>
          <p:nvPr/>
        </p:nvCxnSpPr>
        <p:spPr>
          <a:xfrm rot="-8384">
            <a:off x="635008" y="3613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171F4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35000" y="37465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寻找平台级M序列内容标杆</a:t>
            </a:r>
            <a:r>
              <a:rPr lang="zh-CN" altLang="en-US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3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1" i="0" u="none" strike="noStrike" dirty="0" err="1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懂业务、懂消费者、懂AI</a:t>
            </a:r>
            <a:r>
              <a:rPr lang="en-US" sz="1300" b="1" i="0" u="none" strike="noStrike" dirty="0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1" i="0" u="none" strike="noStrike" dirty="0" err="1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有最佳实践的讲师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3251200" y="37465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打破传统星级讲师的单一评价维度，转向以“内容生产能力”和“业务赋能价值”为核心的新评价体系</a:t>
            </a:r>
            <a:r>
              <a:rPr lang="en-US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6223000" y="3048000"/>
            <a:ext cx="5461000" cy="2032000"/>
          </a:xfrm>
          <a:prstGeom prst="roundRect">
            <a:avLst>
              <a:gd name="adj" fmla="val 0"/>
            </a:avLst>
          </a:prstGeom>
          <a:solidFill>
            <a:srgbClr val="FFF8F0">
              <a:alpha val="80000"/>
            </a:srgbClr>
          </a:solidFill>
          <a:ln w="12700" cap="flat" cmpd="sng">
            <a:solidFill>
              <a:srgbClr val="F3BA1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350000" y="317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02 H</a:t>
            </a:r>
            <a:r>
              <a:rPr lang="en-US" altLang="zh-CN" sz="16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600" b="1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推动</a:t>
            </a:r>
            <a:r>
              <a:rPr lang="en-US" sz="16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：内容生产建设</a:t>
            </a:r>
            <a:r>
              <a:rPr lang="en-US" altLang="zh-CN" sz="16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zh-CN" altLang="en-US" sz="16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能力模型共创</a:t>
            </a:r>
            <a:endParaRPr lang="en-US" sz="1100" dirty="0"/>
          </a:p>
        </p:txBody>
      </p:sp>
      <p:cxnSp>
        <p:nvCxnSpPr>
          <p:cNvPr id="27" name="Connector 27"/>
          <p:cNvCxnSpPr/>
          <p:nvPr/>
        </p:nvCxnSpPr>
        <p:spPr>
          <a:xfrm rot="-8384">
            <a:off x="6350008" y="3613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BA1E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350000" y="37465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 dirty="0" err="1">
                <a:solidFill>
                  <a:srgbClr val="C51F19"/>
                </a:solidFill>
                <a:latin typeface="Noto Sans SC"/>
                <a:ea typeface="Noto Sans SC"/>
                <a:cs typeface="Noto Sans SC"/>
                <a:sym typeface="Noto Sans SC"/>
              </a:rPr>
              <a:t>共识共创：</a:t>
            </a:r>
            <a:r>
              <a:rPr lang="en-US" sz="13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不由组织定义M序列</a:t>
            </a:r>
            <a:r>
              <a:rPr lang="zh-CN" altLang="en-US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，而是与一线伙伴协同完成</a:t>
            </a:r>
            <a:endParaRPr lang="en-US" altLang="zh-CN" sz="13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  <a:defRPr/>
            </a:pPr>
            <a:r>
              <a:rPr lang="en-US" altLang="zh-CN" sz="1300" dirty="0">
                <a:solidFill>
                  <a:srgbClr val="333333"/>
                </a:solidFill>
                <a:latin typeface="Noto Sans SC"/>
                <a:sym typeface="Noto Sans SC"/>
              </a:rPr>
              <a:t>M</a:t>
            </a:r>
            <a:r>
              <a:rPr lang="zh-CN" altLang="en-US" sz="1300" dirty="0">
                <a:solidFill>
                  <a:srgbClr val="333333"/>
                </a:solidFill>
                <a:latin typeface="Noto Sans SC"/>
                <a:sym typeface="Noto Sans SC"/>
              </a:rPr>
              <a:t>序列的定义、价值、发展等</a:t>
            </a: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9080500" y="37465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 dirty="0" err="1">
                <a:solidFill>
                  <a:srgbClr val="0034A7"/>
                </a:solidFill>
                <a:latin typeface="Noto Sans SC"/>
                <a:ea typeface="Noto Sans SC"/>
                <a:cs typeface="Noto Sans SC"/>
                <a:sym typeface="Noto Sans SC"/>
              </a:rPr>
              <a:t>机制共建：</a:t>
            </a:r>
            <a:r>
              <a:rPr lang="en-US" sz="13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挖掘一线标杆案例，共建能力模型和成长路径，推动</a:t>
            </a:r>
            <a:r>
              <a:rPr lang="en-US" sz="1300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讲师能力发展</a:t>
            </a:r>
            <a:r>
              <a:rPr lang="en-US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508000" y="5397500"/>
            <a:ext cx="11176000" cy="1143000"/>
          </a:xfrm>
          <a:prstGeom prst="roundRect">
            <a:avLst>
              <a:gd name="adj" fmla="val 0"/>
            </a:avLst>
          </a:prstGeom>
          <a:solidFill>
            <a:srgbClr val="0F18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35000" y="5524500"/>
            <a:ext cx="1092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1400" b="1" i="0" u="none" strike="noStrike" dirty="0" err="1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过去，我们建设了一支会讲课的讲师队伍；未来三年，我们要建设一支有内容生产力的讲师队伍</a:t>
            </a:r>
            <a:r>
              <a:rPr lang="en-US" sz="1400" b="1" i="0" u="none" strike="noStrike" dirty="0">
                <a:solidFill>
                  <a:srgbClr val="0F184B"/>
                </a:solidFill>
                <a:latin typeface="Noto Sans SC"/>
                <a:ea typeface="Noto Sans SC"/>
                <a:cs typeface="Noto Sans SC"/>
                <a:sym typeface="Noto Sans SC"/>
              </a:rPr>
              <a:t>。”</a:t>
            </a:r>
          </a:p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这次升级不是管理的微调，而是组织内容生产力的本质跃迁。未来最有价值的讲师，是持续创造经验、沉淀经验、推动业务成长的内容生产者</a:t>
            </a:r>
            <a:r>
              <a:rPr lang="en-US" sz="13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33B9149E-77BB-6A0E-C088-A0B293EFE42A}"/>
              </a:ext>
            </a:extLst>
          </p:cNvPr>
          <p:cNvSpPr txBox="1"/>
          <p:nvPr/>
        </p:nvSpPr>
        <p:spPr>
          <a:xfrm>
            <a:off x="3698240" y="139446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4A3B8"/>
                </a:solidFill>
                <a:latin typeface="Microsoft YaHei"/>
              </a:defRPr>
            </a:pPr>
            <a:r>
              <a:rPr lang="zh-CN" altLang="en-US" dirty="0">
                <a:solidFill>
                  <a:schemeClr val="bg2"/>
                </a:solidFill>
              </a:rPr>
              <a:t>过去</a:t>
            </a:r>
            <a:r>
              <a:rPr dirty="0" err="1">
                <a:solidFill>
                  <a:schemeClr val="bg2"/>
                </a:solidFill>
              </a:rPr>
              <a:t>重点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1CBB1793-F445-C394-37C1-348596992D92}"/>
              </a:ext>
            </a:extLst>
          </p:cNvPr>
          <p:cNvSpPr/>
          <p:nvPr/>
        </p:nvSpPr>
        <p:spPr>
          <a:xfrm>
            <a:off x="3698240" y="1851660"/>
            <a:ext cx="164592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  <a:latin typeface="Microsoft YaHei"/>
              </a:defRPr>
            </a:pPr>
            <a:r>
              <a:rPr dirty="0">
                <a:solidFill>
                  <a:schemeClr val="bg2"/>
                </a:solidFill>
              </a:rPr>
              <a:t>✕  </a:t>
            </a:r>
            <a:r>
              <a:rPr dirty="0" err="1">
                <a:solidFill>
                  <a:schemeClr val="bg2"/>
                </a:solidFill>
              </a:rPr>
              <a:t>星级</a:t>
            </a:r>
            <a:r>
              <a:rPr lang="zh-CN" altLang="en-US" dirty="0">
                <a:solidFill>
                  <a:schemeClr val="bg2"/>
                </a:solidFill>
              </a:rPr>
              <a:t>运营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BA53F1E5-0614-B1DD-1565-1412CF9C108E}"/>
              </a:ext>
            </a:extLst>
          </p:cNvPr>
          <p:cNvSpPr/>
          <p:nvPr/>
        </p:nvSpPr>
        <p:spPr>
          <a:xfrm>
            <a:off x="5527040" y="1851660"/>
            <a:ext cx="164592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  <a:latin typeface="Microsoft YaHei"/>
              </a:defRPr>
            </a:pPr>
            <a:r>
              <a:rPr dirty="0">
                <a:solidFill>
                  <a:schemeClr val="bg2"/>
                </a:solidFill>
              </a:rPr>
              <a:t>✕  </a:t>
            </a:r>
            <a:r>
              <a:rPr dirty="0" err="1">
                <a:solidFill>
                  <a:schemeClr val="bg2"/>
                </a:solidFill>
              </a:rPr>
              <a:t>授课</a:t>
            </a:r>
            <a:r>
              <a:rPr lang="zh-CN" altLang="en-US" dirty="0">
                <a:solidFill>
                  <a:schemeClr val="bg2"/>
                </a:solidFill>
              </a:rPr>
              <a:t>运营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E5022931-B30D-6266-70A7-C835673F99CB}"/>
              </a:ext>
            </a:extLst>
          </p:cNvPr>
          <p:cNvSpPr/>
          <p:nvPr/>
        </p:nvSpPr>
        <p:spPr>
          <a:xfrm>
            <a:off x="7355840" y="1851660"/>
            <a:ext cx="164592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  <a:latin typeface="Microsoft YaHei"/>
              </a:defRPr>
            </a:pPr>
            <a:r>
              <a:rPr dirty="0">
                <a:solidFill>
                  <a:schemeClr val="bg2"/>
                </a:solidFill>
              </a:rPr>
              <a:t>✕  </a:t>
            </a:r>
            <a:r>
              <a:rPr lang="en-US" altLang="zh-CN" dirty="0">
                <a:solidFill>
                  <a:schemeClr val="bg2"/>
                </a:solidFill>
              </a:rPr>
              <a:t>TTT</a:t>
            </a:r>
            <a:r>
              <a:rPr lang="zh-CN" altLang="en-US" dirty="0">
                <a:solidFill>
                  <a:schemeClr val="bg2"/>
                </a:solidFill>
              </a:rPr>
              <a:t>赋能</a:t>
            </a:r>
            <a:endParaRPr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贝壳花桥学校">
  <a:themeElements>
    <a:clrScheme name="贝壳花桥学校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6BFF"/>
      </a:accent1>
      <a:accent2>
        <a:srgbClr val="0162E9"/>
      </a:accent2>
      <a:accent3>
        <a:srgbClr val="025CD9"/>
      </a:accent3>
      <a:accent4>
        <a:srgbClr val="0256CA"/>
      </a:accent4>
      <a:accent5>
        <a:srgbClr val="014FBA"/>
      </a:accent5>
      <a:accent6>
        <a:srgbClr val="0249AA"/>
      </a:accent6>
      <a:hlink>
        <a:srgbClr val="0000FF"/>
      </a:hlink>
      <a:folHlink>
        <a:srgbClr val="FF00F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贝壳花桥学校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贝壳花桥学校">
  <a:themeElements>
    <a:clrScheme name="贝壳花桥学校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6BFF"/>
      </a:accent1>
      <a:accent2>
        <a:srgbClr val="0162E9"/>
      </a:accent2>
      <a:accent3>
        <a:srgbClr val="025CD9"/>
      </a:accent3>
      <a:accent4>
        <a:srgbClr val="0256CA"/>
      </a:accent4>
      <a:accent5>
        <a:srgbClr val="014FBA"/>
      </a:accent5>
      <a:accent6>
        <a:srgbClr val="0249AA"/>
      </a:accent6>
      <a:hlink>
        <a:srgbClr val="0000FF"/>
      </a:hlink>
      <a:folHlink>
        <a:srgbClr val="FF00FF"/>
      </a:folHlink>
    </a:clrScheme>
    <a:fontScheme name="贝壳花桥学校">
      <a:majorFont>
        <a:latin typeface="Helvetica"/>
        <a:ea typeface="Helvetica"/>
        <a:cs typeface="Helvetica"/>
      </a:majorFont>
      <a:minorFont>
        <a:latin typeface="DengXian"/>
        <a:ea typeface="DengXian"/>
        <a:cs typeface="DengXian"/>
      </a:minorFont>
    </a:fontScheme>
    <a:fmtScheme name="贝壳花桥学校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835</Words>
  <Application>Microsoft Macintosh PowerPoint</Application>
  <PresentationFormat>宽屏</PresentationFormat>
  <Paragraphs>164</Paragraphs>
  <Slides>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等线</vt:lpstr>
      <vt:lpstr>等线</vt:lpstr>
      <vt:lpstr>等线 Light</vt:lpstr>
      <vt:lpstr>方正兰亭超细黑简体</vt:lpstr>
      <vt:lpstr>华文细黑</vt:lpstr>
      <vt:lpstr>Microsoft YaHei</vt:lpstr>
      <vt:lpstr>Microsoft YaHei</vt:lpstr>
      <vt:lpstr>微软雅黑 Light</vt:lpstr>
      <vt:lpstr>Lantinghei SC Demibold</vt:lpstr>
      <vt:lpstr>Lantinghei SC Extralight</vt:lpstr>
      <vt:lpstr>Noto Sans SC</vt:lpstr>
      <vt:lpstr>Arial</vt:lpstr>
      <vt:lpstr>Calibri</vt:lpstr>
      <vt:lpstr>Helvetica Light</vt:lpstr>
      <vt:lpstr>Helvetica Neue</vt:lpstr>
      <vt:lpstr>Wingdings</vt:lpstr>
      <vt:lpstr>贝壳花桥学校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花桥学堂情况介绍</dc:title>
  <dc:creator>Selina Hu</dc:creator>
  <cp:lastModifiedBy>Microsoft Office User</cp:lastModifiedBy>
  <cp:revision>58</cp:revision>
  <dcterms:created xsi:type="dcterms:W3CDTF">2020-10-22T01:54:32Z</dcterms:created>
  <dcterms:modified xsi:type="dcterms:W3CDTF">2026-06-22T12:50:29Z</dcterms:modified>
</cp:coreProperties>
</file>